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gif" ContentType="image/gif"/>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20"/>
  </p:notesMasterIdLst>
  <p:sldIdLst>
    <p:sldId id="256" r:id="rId2"/>
    <p:sldId id="275" r:id="rId3"/>
    <p:sldId id="258" r:id="rId4"/>
    <p:sldId id="273" r:id="rId5"/>
    <p:sldId id="274" r:id="rId6"/>
    <p:sldId id="287" r:id="rId7"/>
    <p:sldId id="288" r:id="rId8"/>
    <p:sldId id="289" r:id="rId9"/>
    <p:sldId id="290" r:id="rId10"/>
    <p:sldId id="292" r:id="rId11"/>
    <p:sldId id="293" r:id="rId12"/>
    <p:sldId id="277" r:id="rId13"/>
    <p:sldId id="294" r:id="rId14"/>
    <p:sldId id="281" r:id="rId15"/>
    <p:sldId id="282" r:id="rId16"/>
    <p:sldId id="284" r:id="rId17"/>
    <p:sldId id="285" r:id="rId18"/>
    <p:sldId id="286" r:id="rId19"/>
  </p:sldIdLst>
  <p:sldSz cx="9144000" cy="6858000" type="screen4x3"/>
  <p:notesSz cx="6858000" cy="9144000"/>
  <p:defaultTextStyle>
    <a:defPPr>
      <a:defRPr lang="fr-FR"/>
    </a:defPPr>
    <a:lvl1pPr algn="l" rtl="0" fontAlgn="base">
      <a:spcBef>
        <a:spcPct val="0"/>
      </a:spcBef>
      <a:spcAft>
        <a:spcPct val="0"/>
      </a:spcAft>
      <a:defRPr kern="1200">
        <a:solidFill>
          <a:schemeClr val="tx1"/>
        </a:solidFill>
        <a:latin typeface="Arial" charset="0"/>
        <a:ea typeface="+mn-ea"/>
        <a:cs typeface="+mn-cs"/>
      </a:defRPr>
    </a:lvl1pPr>
    <a:lvl2pPr marL="457200" algn="l" rtl="0" fontAlgn="base">
      <a:spcBef>
        <a:spcPct val="0"/>
      </a:spcBef>
      <a:spcAft>
        <a:spcPct val="0"/>
      </a:spcAft>
      <a:defRPr kern="1200">
        <a:solidFill>
          <a:schemeClr val="tx1"/>
        </a:solidFill>
        <a:latin typeface="Arial" charset="0"/>
        <a:ea typeface="+mn-ea"/>
        <a:cs typeface="+mn-cs"/>
      </a:defRPr>
    </a:lvl2pPr>
    <a:lvl3pPr marL="914400" algn="l" rtl="0" fontAlgn="base">
      <a:spcBef>
        <a:spcPct val="0"/>
      </a:spcBef>
      <a:spcAft>
        <a:spcPct val="0"/>
      </a:spcAft>
      <a:defRPr kern="1200">
        <a:solidFill>
          <a:schemeClr val="tx1"/>
        </a:solidFill>
        <a:latin typeface="Arial" charset="0"/>
        <a:ea typeface="+mn-ea"/>
        <a:cs typeface="+mn-cs"/>
      </a:defRPr>
    </a:lvl3pPr>
    <a:lvl4pPr marL="1371600" algn="l" rtl="0" fontAlgn="base">
      <a:spcBef>
        <a:spcPct val="0"/>
      </a:spcBef>
      <a:spcAft>
        <a:spcPct val="0"/>
      </a:spcAft>
      <a:defRPr kern="1200">
        <a:solidFill>
          <a:schemeClr val="tx1"/>
        </a:solidFill>
        <a:latin typeface="Arial" charset="0"/>
        <a:ea typeface="+mn-ea"/>
        <a:cs typeface="+mn-cs"/>
      </a:defRPr>
    </a:lvl4pPr>
    <a:lvl5pPr marL="1828800" algn="l" rtl="0" fontAlgn="base">
      <a:spcBef>
        <a:spcPct val="0"/>
      </a:spcBef>
      <a:spcAft>
        <a:spcPct val="0"/>
      </a:spcAft>
      <a:defRPr kern="1200">
        <a:solidFill>
          <a:schemeClr val="tx1"/>
        </a:solidFill>
        <a:latin typeface="Arial" charset="0"/>
        <a:ea typeface="+mn-ea"/>
        <a:cs typeface="+mn-cs"/>
      </a:defRPr>
    </a:lvl5pPr>
    <a:lvl6pPr marL="2286000" algn="l" defTabSz="914400" rtl="0" eaLnBrk="1" latinLnBrk="0" hangingPunct="1">
      <a:defRPr kern="1200">
        <a:solidFill>
          <a:schemeClr val="tx1"/>
        </a:solidFill>
        <a:latin typeface="Arial" charset="0"/>
        <a:ea typeface="+mn-ea"/>
        <a:cs typeface="+mn-cs"/>
      </a:defRPr>
    </a:lvl6pPr>
    <a:lvl7pPr marL="2743200" algn="l" defTabSz="914400" rtl="0" eaLnBrk="1" latinLnBrk="0" hangingPunct="1">
      <a:defRPr kern="1200">
        <a:solidFill>
          <a:schemeClr val="tx1"/>
        </a:solidFill>
        <a:latin typeface="Arial" charset="0"/>
        <a:ea typeface="+mn-ea"/>
        <a:cs typeface="+mn-cs"/>
      </a:defRPr>
    </a:lvl7pPr>
    <a:lvl8pPr marL="3200400" algn="l" defTabSz="914400" rtl="0" eaLnBrk="1" latinLnBrk="0" hangingPunct="1">
      <a:defRPr kern="1200">
        <a:solidFill>
          <a:schemeClr val="tx1"/>
        </a:solidFill>
        <a:latin typeface="Arial" charset="0"/>
        <a:ea typeface="+mn-ea"/>
        <a:cs typeface="+mn-cs"/>
      </a:defRPr>
    </a:lvl8pPr>
    <a:lvl9pPr marL="3657600" algn="l" defTabSz="914400" rtl="0" eaLnBrk="1" latinLnBrk="0" hangingPunct="1">
      <a:defRPr kern="1200">
        <a:solidFill>
          <a:schemeClr val="tx1"/>
        </a:solidFill>
        <a:latin typeface="Arial" charset="0"/>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srgbClr val="FF0000"/>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99"/>
    <a:srgbClr val="FF33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Style moyen 2 - Accentuation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vertBarState="maximized">
    <p:restoredLeft sz="15620"/>
    <p:restoredTop sz="71582" autoAdjust="0"/>
  </p:normalViewPr>
  <p:slideViewPr>
    <p:cSldViewPr>
      <p:cViewPr>
        <p:scale>
          <a:sx n="76" d="100"/>
          <a:sy n="76" d="100"/>
        </p:scale>
        <p:origin x="-730" y="110"/>
      </p:cViewPr>
      <p:guideLst>
        <p:guide orient="horz" pos="2160"/>
        <p:guide pos="2880"/>
      </p:guideLst>
    </p:cSldViewPr>
  </p:slid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e l'en-tête 1"/>
          <p:cNvSpPr>
            <a:spLocks noGrp="1"/>
          </p:cNvSpPr>
          <p:nvPr>
            <p:ph type="hdr" sz="quarter"/>
          </p:nvPr>
        </p:nvSpPr>
        <p:spPr>
          <a:xfrm>
            <a:off x="0" y="0"/>
            <a:ext cx="2971800" cy="457200"/>
          </a:xfrm>
          <a:prstGeom prst="rect">
            <a:avLst/>
          </a:prstGeom>
        </p:spPr>
        <p:txBody>
          <a:bodyPr vert="horz" lIns="91440" tIns="45720" rIns="91440" bIns="45720" rtlCol="0"/>
          <a:lstStyle>
            <a:lvl1pPr algn="l" fontAlgn="auto">
              <a:spcBef>
                <a:spcPts val="0"/>
              </a:spcBef>
              <a:spcAft>
                <a:spcPts val="0"/>
              </a:spcAft>
              <a:defRPr sz="1200">
                <a:latin typeface="+mn-lt"/>
              </a:defRPr>
            </a:lvl1pPr>
          </a:lstStyle>
          <a:p>
            <a:pPr>
              <a:defRPr/>
            </a:pPr>
            <a:endParaRPr lang="fr-FR"/>
          </a:p>
        </p:txBody>
      </p:sp>
      <p:sp>
        <p:nvSpPr>
          <p:cNvPr id="3" name="Espace réservé de la date 2"/>
          <p:cNvSpPr>
            <a:spLocks noGrp="1"/>
          </p:cNvSpPr>
          <p:nvPr>
            <p:ph type="dt" idx="1"/>
          </p:nvPr>
        </p:nvSpPr>
        <p:spPr>
          <a:xfrm>
            <a:off x="3884613" y="0"/>
            <a:ext cx="2971800" cy="457200"/>
          </a:xfrm>
          <a:prstGeom prst="rect">
            <a:avLst/>
          </a:prstGeom>
        </p:spPr>
        <p:txBody>
          <a:bodyPr vert="horz" lIns="91440" tIns="45720" rIns="91440" bIns="45720" rtlCol="0"/>
          <a:lstStyle>
            <a:lvl1pPr algn="r" fontAlgn="auto">
              <a:spcBef>
                <a:spcPts val="0"/>
              </a:spcBef>
              <a:spcAft>
                <a:spcPts val="0"/>
              </a:spcAft>
              <a:defRPr sz="1200">
                <a:latin typeface="+mn-lt"/>
              </a:defRPr>
            </a:lvl1pPr>
          </a:lstStyle>
          <a:p>
            <a:pPr>
              <a:defRPr/>
            </a:pPr>
            <a:fld id="{0804F555-35FE-4C98-8932-167765280A13}" type="datetimeFigureOut">
              <a:rPr lang="fr-FR"/>
              <a:pPr>
                <a:defRPr/>
              </a:pPr>
              <a:t>25/11/2017</a:t>
            </a:fld>
            <a:endParaRPr lang="fr-FR"/>
          </a:p>
        </p:txBody>
      </p:sp>
      <p:sp>
        <p:nvSpPr>
          <p:cNvPr id="4" name="Espace réservé de l'image des diapositives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pPr lvl="0"/>
            <a:endParaRPr lang="fr-FR" noProof="0"/>
          </a:p>
        </p:txBody>
      </p:sp>
      <p:sp>
        <p:nvSpPr>
          <p:cNvPr id="5" name="Espace réservé des commentaires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fr-FR" noProof="0" smtClean="0"/>
              <a:t>Cliquez pour modifier les styles du texte du masque</a:t>
            </a:r>
          </a:p>
          <a:p>
            <a:pPr lvl="1"/>
            <a:r>
              <a:rPr lang="fr-FR" noProof="0" smtClean="0"/>
              <a:t>Deuxième niveau</a:t>
            </a:r>
          </a:p>
          <a:p>
            <a:pPr lvl="2"/>
            <a:r>
              <a:rPr lang="fr-FR" noProof="0" smtClean="0"/>
              <a:t>Troisième niveau</a:t>
            </a:r>
          </a:p>
          <a:p>
            <a:pPr lvl="3"/>
            <a:r>
              <a:rPr lang="fr-FR" noProof="0" smtClean="0"/>
              <a:t>Quatrième niveau</a:t>
            </a:r>
          </a:p>
          <a:p>
            <a:pPr lvl="4"/>
            <a:r>
              <a:rPr lang="fr-FR" noProof="0" smtClean="0"/>
              <a:t>Cinquième niveau</a:t>
            </a:r>
            <a:endParaRPr lang="fr-FR" noProof="0"/>
          </a:p>
        </p:txBody>
      </p:sp>
      <p:sp>
        <p:nvSpPr>
          <p:cNvPr id="6" name="Espace réservé du pied de page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fontAlgn="auto">
              <a:spcBef>
                <a:spcPts val="0"/>
              </a:spcBef>
              <a:spcAft>
                <a:spcPts val="0"/>
              </a:spcAft>
              <a:defRPr sz="1200">
                <a:latin typeface="+mn-lt"/>
              </a:defRPr>
            </a:lvl1pPr>
          </a:lstStyle>
          <a:p>
            <a:pPr>
              <a:defRPr/>
            </a:pPr>
            <a:endParaRPr lang="fr-FR"/>
          </a:p>
        </p:txBody>
      </p:sp>
      <p:sp>
        <p:nvSpPr>
          <p:cNvPr id="7" name="Espace réservé du numéro de diapositive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fontAlgn="auto">
              <a:spcBef>
                <a:spcPts val="0"/>
              </a:spcBef>
              <a:spcAft>
                <a:spcPts val="0"/>
              </a:spcAft>
              <a:defRPr sz="1200">
                <a:latin typeface="+mn-lt"/>
              </a:defRPr>
            </a:lvl1pPr>
          </a:lstStyle>
          <a:p>
            <a:pPr>
              <a:defRPr/>
            </a:pPr>
            <a:fld id="{A234F34C-3860-447E-9B6E-BCA5EF98A6EE}" type="slidenum">
              <a:rPr lang="fr-FR"/>
              <a:pPr>
                <a:defRPr/>
              </a:pPr>
              <a:t>‹N°›</a:t>
            </a:fld>
            <a:endParaRPr lang="fr-FR"/>
          </a:p>
        </p:txBody>
      </p:sp>
    </p:spTree>
    <p:extLst>
      <p:ext uri="{BB962C8B-B14F-4D97-AF65-F5344CB8AC3E}">
        <p14:creationId xmlns:p14="http://schemas.microsoft.com/office/powerpoint/2010/main" val="4125653586"/>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mn-lt"/>
        <a:ea typeface="+mn-ea"/>
        <a:cs typeface="+mn-cs"/>
      </a:defRPr>
    </a:lvl1pPr>
    <a:lvl2pPr marL="457200" algn="l" rtl="0" eaLnBrk="0" fontAlgn="base" hangingPunct="0">
      <a:spcBef>
        <a:spcPct val="30000"/>
      </a:spcBef>
      <a:spcAft>
        <a:spcPct val="0"/>
      </a:spcAft>
      <a:defRPr sz="1200" kern="1200">
        <a:solidFill>
          <a:schemeClr val="tx1"/>
        </a:solidFill>
        <a:latin typeface="+mn-lt"/>
        <a:ea typeface="+mn-ea"/>
        <a:cs typeface="+mn-cs"/>
      </a:defRPr>
    </a:lvl2pPr>
    <a:lvl3pPr marL="914400" algn="l" rtl="0" eaLnBrk="0" fontAlgn="base" hangingPunct="0">
      <a:spcBef>
        <a:spcPct val="30000"/>
      </a:spcBef>
      <a:spcAft>
        <a:spcPct val="0"/>
      </a:spcAft>
      <a:defRPr sz="1200" kern="1200">
        <a:solidFill>
          <a:schemeClr val="tx1"/>
        </a:solidFill>
        <a:latin typeface="+mn-lt"/>
        <a:ea typeface="+mn-ea"/>
        <a:cs typeface="+mn-cs"/>
      </a:defRPr>
    </a:lvl3pPr>
    <a:lvl4pPr marL="1371600" algn="l" rtl="0" eaLnBrk="0" fontAlgn="base" hangingPunct="0">
      <a:spcBef>
        <a:spcPct val="30000"/>
      </a:spcBef>
      <a:spcAft>
        <a:spcPct val="0"/>
      </a:spcAft>
      <a:defRPr sz="1200" kern="1200">
        <a:solidFill>
          <a:schemeClr val="tx1"/>
        </a:solidFill>
        <a:latin typeface="+mn-lt"/>
        <a:ea typeface="+mn-ea"/>
        <a:cs typeface="+mn-cs"/>
      </a:defRPr>
    </a:lvl4pPr>
    <a:lvl5pPr marL="1828800" algn="l" rtl="0" eaLnBrk="0" fontAlgn="base" hangingPunct="0">
      <a:spcBef>
        <a:spcPct val="30000"/>
      </a:spcBef>
      <a:spcAft>
        <a:spcPct val="0"/>
      </a:spcAft>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endParaRPr lang="fr-FR" dirty="0"/>
          </a:p>
        </p:txBody>
      </p:sp>
      <p:sp>
        <p:nvSpPr>
          <p:cNvPr id="4" name="Espace réservé du numéro de diapositive 3"/>
          <p:cNvSpPr>
            <a:spLocks noGrp="1"/>
          </p:cNvSpPr>
          <p:nvPr>
            <p:ph type="sldNum" sz="quarter" idx="10"/>
          </p:nvPr>
        </p:nvSpPr>
        <p:spPr/>
        <p:txBody>
          <a:bodyPr/>
          <a:lstStyle/>
          <a:p>
            <a:pPr>
              <a:defRPr/>
            </a:pPr>
            <a:fld id="{A234F34C-3860-447E-9B6E-BCA5EF98A6EE}" type="slidenum">
              <a:rPr lang="fr-FR" smtClean="0"/>
              <a:pPr>
                <a:defRPr/>
              </a:pPr>
              <a:t>1</a:t>
            </a:fld>
            <a:endParaRPr lang="fr-FR"/>
          </a:p>
        </p:txBody>
      </p:sp>
    </p:spTree>
    <p:extLst>
      <p:ext uri="{BB962C8B-B14F-4D97-AF65-F5344CB8AC3E}">
        <p14:creationId xmlns:p14="http://schemas.microsoft.com/office/powerpoint/2010/main" val="175190552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normAutofit/>
          </a:bodyPr>
          <a:lstStyle/>
          <a:p>
            <a:r>
              <a:rPr lang="fr-FR" dirty="0" smtClean="0"/>
              <a:t>Eviter les flux</a:t>
            </a:r>
            <a:r>
              <a:rPr lang="fr-FR" baseline="0" dirty="0" smtClean="0"/>
              <a:t> physique (clé)</a:t>
            </a:r>
            <a:endParaRPr lang="fr-FR" dirty="0"/>
          </a:p>
        </p:txBody>
      </p:sp>
      <p:sp>
        <p:nvSpPr>
          <p:cNvPr id="4" name="Espace réservé du numéro de diapositive 3"/>
          <p:cNvSpPr>
            <a:spLocks noGrp="1"/>
          </p:cNvSpPr>
          <p:nvPr>
            <p:ph type="sldNum" sz="quarter" idx="10"/>
          </p:nvPr>
        </p:nvSpPr>
        <p:spPr/>
        <p:txBody>
          <a:bodyPr/>
          <a:lstStyle/>
          <a:p>
            <a:pPr>
              <a:defRPr/>
            </a:pPr>
            <a:fld id="{A234F34C-3860-447E-9B6E-BCA5EF98A6EE}" type="slidenum">
              <a:rPr lang="fr-FR" smtClean="0"/>
              <a:pPr>
                <a:defRPr/>
              </a:pPr>
              <a:t>3</a:t>
            </a:fld>
            <a:endParaRPr lang="fr-F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endParaRPr lang="fr-FR" dirty="0"/>
          </a:p>
        </p:txBody>
      </p:sp>
      <p:sp>
        <p:nvSpPr>
          <p:cNvPr id="4" name="Espace réservé du numéro de diapositive 3"/>
          <p:cNvSpPr>
            <a:spLocks noGrp="1"/>
          </p:cNvSpPr>
          <p:nvPr>
            <p:ph type="sldNum" sz="quarter" idx="10"/>
          </p:nvPr>
        </p:nvSpPr>
        <p:spPr/>
        <p:txBody>
          <a:bodyPr/>
          <a:lstStyle/>
          <a:p>
            <a:pPr>
              <a:defRPr/>
            </a:pPr>
            <a:fld id="{A234F34C-3860-447E-9B6E-BCA5EF98A6EE}" type="slidenum">
              <a:rPr lang="fr-FR" smtClean="0"/>
              <a:pPr>
                <a:defRPr/>
              </a:pPr>
              <a:t>7</a:t>
            </a:fld>
            <a:endParaRPr lang="fr-FR"/>
          </a:p>
        </p:txBody>
      </p:sp>
    </p:spTree>
    <p:extLst>
      <p:ext uri="{BB962C8B-B14F-4D97-AF65-F5344CB8AC3E}">
        <p14:creationId xmlns:p14="http://schemas.microsoft.com/office/powerpoint/2010/main" val="7998405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endParaRPr lang="fr-FR" dirty="0"/>
          </a:p>
        </p:txBody>
      </p:sp>
      <p:sp>
        <p:nvSpPr>
          <p:cNvPr id="4" name="Espace réservé du numéro de diapositive 3"/>
          <p:cNvSpPr>
            <a:spLocks noGrp="1"/>
          </p:cNvSpPr>
          <p:nvPr>
            <p:ph type="sldNum" sz="quarter" idx="10"/>
          </p:nvPr>
        </p:nvSpPr>
        <p:spPr/>
        <p:txBody>
          <a:bodyPr/>
          <a:lstStyle/>
          <a:p>
            <a:pPr>
              <a:defRPr/>
            </a:pPr>
            <a:fld id="{A234F34C-3860-447E-9B6E-BCA5EF98A6EE}" type="slidenum">
              <a:rPr lang="fr-FR" smtClean="0"/>
              <a:pPr>
                <a:defRPr/>
              </a:pPr>
              <a:t>8</a:t>
            </a:fld>
            <a:endParaRPr lang="fr-FR"/>
          </a:p>
        </p:txBody>
      </p:sp>
    </p:spTree>
    <p:extLst>
      <p:ext uri="{BB962C8B-B14F-4D97-AF65-F5344CB8AC3E}">
        <p14:creationId xmlns:p14="http://schemas.microsoft.com/office/powerpoint/2010/main" val="98554339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endParaRPr lang="fr-FR" dirty="0"/>
          </a:p>
        </p:txBody>
      </p:sp>
      <p:sp>
        <p:nvSpPr>
          <p:cNvPr id="4" name="Espace réservé du numéro de diapositive 3"/>
          <p:cNvSpPr>
            <a:spLocks noGrp="1"/>
          </p:cNvSpPr>
          <p:nvPr>
            <p:ph type="sldNum" sz="quarter" idx="10"/>
          </p:nvPr>
        </p:nvSpPr>
        <p:spPr/>
        <p:txBody>
          <a:bodyPr/>
          <a:lstStyle/>
          <a:p>
            <a:pPr>
              <a:defRPr/>
            </a:pPr>
            <a:fld id="{A234F34C-3860-447E-9B6E-BCA5EF98A6EE}" type="slidenum">
              <a:rPr lang="fr-FR" smtClean="0"/>
              <a:pPr>
                <a:defRPr/>
              </a:pPr>
              <a:t>10</a:t>
            </a:fld>
            <a:endParaRPr lang="fr-FR"/>
          </a:p>
        </p:txBody>
      </p:sp>
    </p:spTree>
    <p:extLst>
      <p:ext uri="{BB962C8B-B14F-4D97-AF65-F5344CB8AC3E}">
        <p14:creationId xmlns:p14="http://schemas.microsoft.com/office/powerpoint/2010/main" val="332679796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normAutofit/>
          </a:bodyPr>
          <a:lstStyle/>
          <a:p>
            <a:r>
              <a:rPr lang="fr-FR" dirty="0" smtClean="0"/>
              <a:t>Domaine</a:t>
            </a:r>
            <a:r>
              <a:rPr lang="fr-FR" baseline="0" dirty="0" smtClean="0"/>
              <a:t> d’étude</a:t>
            </a:r>
            <a:endParaRPr lang="fr-FR" dirty="0"/>
          </a:p>
        </p:txBody>
      </p:sp>
      <p:sp>
        <p:nvSpPr>
          <p:cNvPr id="4" name="Espace réservé du numéro de diapositive 3"/>
          <p:cNvSpPr>
            <a:spLocks noGrp="1"/>
          </p:cNvSpPr>
          <p:nvPr>
            <p:ph type="sldNum" sz="quarter" idx="10"/>
          </p:nvPr>
        </p:nvSpPr>
        <p:spPr/>
        <p:txBody>
          <a:bodyPr/>
          <a:lstStyle/>
          <a:p>
            <a:pPr>
              <a:defRPr/>
            </a:pPr>
            <a:fld id="{A234F34C-3860-447E-9B6E-BCA5EF98A6EE}" type="slidenum">
              <a:rPr lang="fr-FR" smtClean="0"/>
              <a:pPr>
                <a:defRPr/>
              </a:pPr>
              <a:t>17</a:t>
            </a:fld>
            <a:endParaRPr lang="fr-F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e de titre">
    <p:spTree>
      <p:nvGrpSpPr>
        <p:cNvPr id="1" name=""/>
        <p:cNvGrpSpPr/>
        <p:nvPr/>
      </p:nvGrpSpPr>
      <p:grpSpPr>
        <a:xfrm>
          <a:off x="0" y="0"/>
          <a:ext cx="0" cy="0"/>
          <a:chOff x="0" y="0"/>
          <a:chExt cx="0" cy="0"/>
        </a:xfrm>
      </p:grpSpPr>
      <p:sp>
        <p:nvSpPr>
          <p:cNvPr id="4" name="Ellipse 3"/>
          <p:cNvSpPr/>
          <p:nvPr/>
        </p:nvSpPr>
        <p:spPr>
          <a:xfrm>
            <a:off x="921433" y="1413802"/>
            <a:ext cx="210312" cy="210312"/>
          </a:xfrm>
          <a:prstGeom prst="ellipse">
            <a:avLst/>
          </a:prstGeom>
          <a:gradFill rotWithShape="1">
            <a:gsLst>
              <a:gs pos="0">
                <a:schemeClr val="accent1">
                  <a:tint val="20000"/>
                  <a:satMod val="450000"/>
                  <a:alpha val="95000"/>
                </a:schemeClr>
              </a:gs>
              <a:gs pos="50000">
                <a:schemeClr val="accent1">
                  <a:tint val="38000"/>
                  <a:satMod val="250000"/>
                  <a:alpha val="90000"/>
                </a:schemeClr>
              </a:gs>
              <a:gs pos="95000">
                <a:schemeClr val="accent1">
                  <a:tint val="75000"/>
                  <a:satMod val="255000"/>
                  <a:alpha val="88000"/>
                </a:schemeClr>
              </a:gs>
              <a:gs pos="100000">
                <a:schemeClr val="accent1">
                  <a:tint val="100000"/>
                  <a:shade val="90000"/>
                  <a:satMod val="255000"/>
                  <a:alpha val="85000"/>
                </a:schemeClr>
              </a:gs>
            </a:gsLst>
            <a:path path="circle">
              <a:fillToRect l="25000" t="12500" r="75000" b="87500"/>
            </a:path>
          </a:gradFill>
          <a:ln w="2000" cap="rnd" cmpd="sng" algn="ctr">
            <a:solidFill>
              <a:schemeClr val="accent1">
                <a:shade val="90000"/>
                <a:satMod val="110000"/>
                <a:alpha val="60000"/>
              </a:schemeClr>
            </a:solidFill>
            <a:prstDash val="solid"/>
          </a:ln>
          <a:effectLst/>
        </p:spPr>
        <p:style>
          <a:lnRef idx="1">
            <a:schemeClr val="accent1"/>
          </a:lnRef>
          <a:fillRef idx="2">
            <a:schemeClr val="accent1"/>
          </a:fillRef>
          <a:effectRef idx="1">
            <a:schemeClr val="accent1"/>
          </a:effectRef>
          <a:fontRef idx="minor">
            <a:schemeClr val="dk1"/>
          </a:fontRef>
        </p:style>
        <p:txBody>
          <a:bodyPr anchor="ctr"/>
          <a:lstStyle>
            <a:extLst/>
          </a:lstStyle>
          <a:p>
            <a:pPr algn="ctr" fontAlgn="auto">
              <a:spcBef>
                <a:spcPts val="0"/>
              </a:spcBef>
              <a:spcAft>
                <a:spcPts val="0"/>
              </a:spcAft>
              <a:defRPr/>
            </a:pPr>
            <a:endParaRPr lang="en-US"/>
          </a:p>
        </p:txBody>
      </p:sp>
      <p:sp>
        <p:nvSpPr>
          <p:cNvPr id="5" name="Ellipse 4"/>
          <p:cNvSpPr/>
          <p:nvPr/>
        </p:nvSpPr>
        <p:spPr>
          <a:xfrm>
            <a:off x="1157288" y="1344613"/>
            <a:ext cx="63500" cy="65087"/>
          </a:xfrm>
          <a:prstGeom prst="ellipse">
            <a:avLst/>
          </a:prstGeom>
          <a:noFill/>
          <a:ln w="12700" cap="rnd" cmpd="sng" algn="ctr">
            <a:solidFill>
              <a:schemeClr val="accent1">
                <a:shade val="75000"/>
                <a:alpha val="60000"/>
              </a:schemeClr>
            </a:solidFill>
            <a:prstDash val="solid"/>
          </a:ln>
          <a:effectLst/>
        </p:spPr>
        <p:style>
          <a:lnRef idx="1">
            <a:schemeClr val="accent1"/>
          </a:lnRef>
          <a:fillRef idx="2">
            <a:schemeClr val="accent1"/>
          </a:fillRef>
          <a:effectRef idx="1">
            <a:schemeClr val="accent1"/>
          </a:effectRef>
          <a:fontRef idx="minor">
            <a:schemeClr val="dk1"/>
          </a:fontRef>
        </p:style>
        <p:txBody>
          <a:bodyPr anchor="ctr"/>
          <a:lstStyle>
            <a:extLst/>
          </a:lstStyle>
          <a:p>
            <a:pPr algn="ctr" fontAlgn="auto">
              <a:spcBef>
                <a:spcPts val="0"/>
              </a:spcBef>
              <a:spcAft>
                <a:spcPts val="0"/>
              </a:spcAft>
              <a:defRPr/>
            </a:pPr>
            <a:endParaRPr lang="en-US"/>
          </a:p>
        </p:txBody>
      </p:sp>
      <p:sp>
        <p:nvSpPr>
          <p:cNvPr id="14" name="Titre 13"/>
          <p:cNvSpPr>
            <a:spLocks noGrp="1"/>
          </p:cNvSpPr>
          <p:nvPr>
            <p:ph type="ctrTitle"/>
          </p:nvPr>
        </p:nvSpPr>
        <p:spPr>
          <a:xfrm>
            <a:off x="1432560" y="359898"/>
            <a:ext cx="7406640" cy="1472184"/>
          </a:xfrm>
        </p:spPr>
        <p:txBody>
          <a:bodyPr anchor="b"/>
          <a:lstStyle>
            <a:lvl1pPr algn="l">
              <a:defRPr/>
            </a:lvl1pPr>
            <a:extLst/>
          </a:lstStyle>
          <a:p>
            <a:r>
              <a:rPr lang="fr-FR" smtClean="0"/>
              <a:t>Cliquez pour modifier le style du titre</a:t>
            </a:r>
            <a:endParaRPr lang="en-US"/>
          </a:p>
        </p:txBody>
      </p:sp>
      <p:sp>
        <p:nvSpPr>
          <p:cNvPr id="22" name="Sous-titre 21"/>
          <p:cNvSpPr>
            <a:spLocks noGrp="1"/>
          </p:cNvSpPr>
          <p:nvPr>
            <p:ph type="subTitle" idx="1"/>
          </p:nvPr>
        </p:nvSpPr>
        <p:spPr>
          <a:xfrm>
            <a:off x="1432560" y="1850064"/>
            <a:ext cx="7406640" cy="1752600"/>
          </a:xfrm>
        </p:spPr>
        <p:txBody>
          <a:bodyPr tIns="0"/>
          <a:lstStyle>
            <a:lvl1pPr marL="27432" indent="0" algn="l">
              <a:buNone/>
              <a:defRPr sz="2600">
                <a:solidFill>
                  <a:schemeClr val="tx2">
                    <a:shade val="30000"/>
                    <a:satMod val="150000"/>
                  </a:schemeClr>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extLst/>
          </a:lstStyle>
          <a:p>
            <a:r>
              <a:rPr lang="fr-FR" smtClean="0"/>
              <a:t>Cliquez pour modifier le style des sous-titres du masque</a:t>
            </a:r>
            <a:endParaRPr lang="en-US"/>
          </a:p>
        </p:txBody>
      </p:sp>
      <p:sp>
        <p:nvSpPr>
          <p:cNvPr id="6" name="Espace réservé de la date 6"/>
          <p:cNvSpPr>
            <a:spLocks noGrp="1"/>
          </p:cNvSpPr>
          <p:nvPr>
            <p:ph type="dt" sz="half" idx="10"/>
          </p:nvPr>
        </p:nvSpPr>
        <p:spPr/>
        <p:txBody>
          <a:bodyPr/>
          <a:lstStyle>
            <a:lvl1pPr>
              <a:defRPr/>
            </a:lvl1pPr>
          </a:lstStyle>
          <a:p>
            <a:pPr>
              <a:defRPr/>
            </a:pPr>
            <a:fld id="{D665CE75-3D46-4237-93B7-9A595605E9C3}" type="datetime1">
              <a:rPr lang="fr-FR"/>
              <a:pPr>
                <a:defRPr/>
              </a:pPr>
              <a:t>25/11/2017</a:t>
            </a:fld>
            <a:r>
              <a:rPr lang="fr-FR"/>
              <a:t>2007-2008</a:t>
            </a:r>
          </a:p>
        </p:txBody>
      </p:sp>
      <p:sp>
        <p:nvSpPr>
          <p:cNvPr id="7" name="Espace réservé du pied de page 19"/>
          <p:cNvSpPr>
            <a:spLocks noGrp="1"/>
          </p:cNvSpPr>
          <p:nvPr>
            <p:ph type="ftr" sz="quarter" idx="11"/>
          </p:nvPr>
        </p:nvSpPr>
        <p:spPr/>
        <p:txBody>
          <a:bodyPr/>
          <a:lstStyle>
            <a:lvl1pPr>
              <a:defRPr/>
            </a:lvl1pPr>
          </a:lstStyle>
          <a:p>
            <a:pPr>
              <a:defRPr/>
            </a:pPr>
            <a:r>
              <a:rPr lang="fr-FR"/>
              <a:t>Y. Ouzrout</a:t>
            </a:r>
          </a:p>
        </p:txBody>
      </p:sp>
      <p:sp>
        <p:nvSpPr>
          <p:cNvPr id="8" name="Espace réservé du numéro de diapositive 9"/>
          <p:cNvSpPr>
            <a:spLocks noGrp="1"/>
          </p:cNvSpPr>
          <p:nvPr>
            <p:ph type="sldNum" sz="quarter" idx="12"/>
          </p:nvPr>
        </p:nvSpPr>
        <p:spPr/>
        <p:txBody>
          <a:bodyPr/>
          <a:lstStyle>
            <a:lvl1pPr>
              <a:defRPr/>
            </a:lvl1pPr>
            <a:extLst/>
          </a:lstStyle>
          <a:p>
            <a:pPr>
              <a:defRPr/>
            </a:pPr>
            <a:fld id="{66277A8B-A1A4-434C-B4FF-AC702CDC9027}" type="slidenum">
              <a:rPr lang="fr-FR"/>
              <a:pPr>
                <a:defRPr/>
              </a:pPr>
              <a:t>‹N°›</a:t>
            </a:fld>
            <a:endParaRPr lang="fr-F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re et contenu">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extLst/>
          </a:lstStyle>
          <a:p>
            <a:r>
              <a:rPr lang="fr-FR" smtClean="0"/>
              <a:t>Cliquez pour modifier le style du titre</a:t>
            </a:r>
            <a:endParaRPr lang="en-US"/>
          </a:p>
        </p:txBody>
      </p:sp>
      <p:sp>
        <p:nvSpPr>
          <p:cNvPr id="3" name="Espace réservé du contenu 2"/>
          <p:cNvSpPr>
            <a:spLocks noGrp="1"/>
          </p:cNvSpPr>
          <p:nvPr>
            <p:ph idx="1"/>
          </p:nvPr>
        </p:nvSpPr>
        <p:spPr/>
        <p:txBody>
          <a:bodyPr/>
          <a:lstStyle>
            <a:extLst/>
          </a:lstStyle>
          <a:p>
            <a:pPr lvl="0"/>
            <a:r>
              <a:rPr lang="fr-FR" smtClean="0"/>
              <a:t>Cliquez pour modifier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en-US"/>
          </a:p>
        </p:txBody>
      </p:sp>
      <p:sp>
        <p:nvSpPr>
          <p:cNvPr id="4" name="Espace réservé de la date 23"/>
          <p:cNvSpPr>
            <a:spLocks noGrp="1"/>
          </p:cNvSpPr>
          <p:nvPr>
            <p:ph type="dt" sz="half" idx="10"/>
          </p:nvPr>
        </p:nvSpPr>
        <p:spPr/>
        <p:txBody>
          <a:bodyPr/>
          <a:lstStyle>
            <a:lvl1pPr>
              <a:defRPr/>
            </a:lvl1pPr>
          </a:lstStyle>
          <a:p>
            <a:pPr>
              <a:defRPr/>
            </a:pPr>
            <a:fld id="{C75A8C22-BC98-4961-94A8-9255A240153F}" type="datetime1">
              <a:rPr lang="fr-FR"/>
              <a:pPr>
                <a:defRPr/>
              </a:pPr>
              <a:t>25/11/2017</a:t>
            </a:fld>
            <a:r>
              <a:rPr lang="fr-FR"/>
              <a:t>2007-2008</a:t>
            </a:r>
          </a:p>
        </p:txBody>
      </p:sp>
      <p:sp>
        <p:nvSpPr>
          <p:cNvPr id="5" name="Espace réservé du pied de page 9"/>
          <p:cNvSpPr>
            <a:spLocks noGrp="1"/>
          </p:cNvSpPr>
          <p:nvPr>
            <p:ph type="ftr" sz="quarter" idx="11"/>
          </p:nvPr>
        </p:nvSpPr>
        <p:spPr/>
        <p:txBody>
          <a:bodyPr/>
          <a:lstStyle>
            <a:lvl1pPr>
              <a:defRPr/>
            </a:lvl1pPr>
          </a:lstStyle>
          <a:p>
            <a:pPr>
              <a:defRPr/>
            </a:pPr>
            <a:r>
              <a:rPr lang="fr-FR"/>
              <a:t>Y. Ouzrout</a:t>
            </a:r>
          </a:p>
        </p:txBody>
      </p:sp>
      <p:sp>
        <p:nvSpPr>
          <p:cNvPr id="6" name="Espace réservé du numéro de diapositive 21"/>
          <p:cNvSpPr>
            <a:spLocks noGrp="1"/>
          </p:cNvSpPr>
          <p:nvPr>
            <p:ph type="sldNum" sz="quarter" idx="12"/>
          </p:nvPr>
        </p:nvSpPr>
        <p:spPr/>
        <p:txBody>
          <a:bodyPr/>
          <a:lstStyle>
            <a:lvl1pPr>
              <a:defRPr/>
            </a:lvl1pPr>
          </a:lstStyle>
          <a:p>
            <a:pPr>
              <a:defRPr/>
            </a:pPr>
            <a:fld id="{E20FA2B6-427A-4E56-A7DF-A5BA83386620}" type="slidenum">
              <a:rPr lang="fr-FR"/>
              <a:pPr>
                <a:defRPr/>
              </a:pPr>
              <a:t>‹N°›</a:t>
            </a:fld>
            <a:endParaRPr lang="fr-F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Titre de section">
    <p:spTree>
      <p:nvGrpSpPr>
        <p:cNvPr id="1" name=""/>
        <p:cNvGrpSpPr/>
        <p:nvPr/>
      </p:nvGrpSpPr>
      <p:grpSpPr>
        <a:xfrm>
          <a:off x="0" y="0"/>
          <a:ext cx="0" cy="0"/>
          <a:chOff x="0" y="0"/>
          <a:chExt cx="0" cy="0"/>
        </a:xfrm>
      </p:grpSpPr>
      <p:sp>
        <p:nvSpPr>
          <p:cNvPr id="4" name="Rectangle 3"/>
          <p:cNvSpPr/>
          <p:nvPr/>
        </p:nvSpPr>
        <p:spPr>
          <a:xfrm>
            <a:off x="2282825" y="0"/>
            <a:ext cx="6858000" cy="6858000"/>
          </a:xfrm>
          <a:prstGeom prst="rect">
            <a:avLst/>
          </a:prstGeom>
          <a:solidFill>
            <a:schemeClr val="bg1"/>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extLst/>
          </a:lstStyle>
          <a:p>
            <a:pPr algn="ctr" fontAlgn="auto">
              <a:spcBef>
                <a:spcPts val="0"/>
              </a:spcBef>
              <a:spcAft>
                <a:spcPts val="0"/>
              </a:spcAft>
              <a:defRPr/>
            </a:pPr>
            <a:endParaRPr lang="en-US"/>
          </a:p>
        </p:txBody>
      </p:sp>
      <p:sp>
        <p:nvSpPr>
          <p:cNvPr id="5" name="Rectangle 4"/>
          <p:cNvSpPr/>
          <p:nvPr/>
        </p:nvSpPr>
        <p:spPr bwMode="invGray">
          <a:xfrm>
            <a:off x="2286000" y="0"/>
            <a:ext cx="76200" cy="6858000"/>
          </a:xfrm>
          <a:prstGeom prst="rect">
            <a:avLst/>
          </a:prstGeom>
          <a:solidFill>
            <a:schemeClr val="bg1"/>
          </a:solidFill>
          <a:ln w="25400" cap="rnd" cmpd="sng" algn="ctr">
            <a:noFill/>
            <a:prstDash val="solid"/>
          </a:ln>
          <a:effectLst>
            <a:outerShdw blurRad="38550" dist="38000" dir="10800000" algn="tl" rotWithShape="0">
              <a:schemeClr val="bg2">
                <a:shade val="20000"/>
                <a:satMod val="110000"/>
                <a:alpha val="25000"/>
              </a:schemeClr>
            </a:outerShdw>
          </a:effectLst>
        </p:spPr>
        <p:style>
          <a:lnRef idx="3">
            <a:schemeClr val="lt1"/>
          </a:lnRef>
          <a:fillRef idx="1">
            <a:schemeClr val="accent1"/>
          </a:fillRef>
          <a:effectRef idx="1">
            <a:schemeClr val="accent1"/>
          </a:effectRef>
          <a:fontRef idx="minor">
            <a:schemeClr val="lt1"/>
          </a:fontRef>
        </p:style>
        <p:txBody>
          <a:bodyPr anchor="ctr"/>
          <a:lstStyle>
            <a:extLst/>
          </a:lstStyle>
          <a:p>
            <a:pPr algn="ctr" fontAlgn="auto">
              <a:spcBef>
                <a:spcPts val="0"/>
              </a:spcBef>
              <a:spcAft>
                <a:spcPts val="0"/>
              </a:spcAft>
              <a:defRPr/>
            </a:pPr>
            <a:endParaRPr lang="en-US"/>
          </a:p>
        </p:txBody>
      </p:sp>
      <p:sp>
        <p:nvSpPr>
          <p:cNvPr id="6" name="Ellipse 5"/>
          <p:cNvSpPr/>
          <p:nvPr/>
        </p:nvSpPr>
        <p:spPr>
          <a:xfrm>
            <a:off x="2172321" y="2814656"/>
            <a:ext cx="210312" cy="210312"/>
          </a:xfrm>
          <a:prstGeom prst="ellipse">
            <a:avLst/>
          </a:prstGeom>
          <a:gradFill rotWithShape="1">
            <a:gsLst>
              <a:gs pos="0">
                <a:schemeClr val="accent1">
                  <a:tint val="20000"/>
                  <a:satMod val="450000"/>
                  <a:alpha val="95000"/>
                </a:schemeClr>
              </a:gs>
              <a:gs pos="50000">
                <a:schemeClr val="accent1">
                  <a:tint val="38000"/>
                  <a:satMod val="250000"/>
                  <a:alpha val="90000"/>
                </a:schemeClr>
              </a:gs>
              <a:gs pos="95000">
                <a:schemeClr val="accent1">
                  <a:tint val="75000"/>
                  <a:satMod val="255000"/>
                  <a:alpha val="88000"/>
                </a:schemeClr>
              </a:gs>
              <a:gs pos="100000">
                <a:schemeClr val="accent1">
                  <a:tint val="100000"/>
                  <a:shade val="90000"/>
                  <a:satMod val="255000"/>
                  <a:alpha val="85000"/>
                </a:schemeClr>
              </a:gs>
            </a:gsLst>
            <a:path path="circle">
              <a:fillToRect l="25000" t="12500" r="75000" b="87500"/>
            </a:path>
          </a:gradFill>
          <a:ln w="2000" cap="rnd" cmpd="sng" algn="ctr">
            <a:solidFill>
              <a:schemeClr val="accent1">
                <a:shade val="90000"/>
                <a:satMod val="110000"/>
                <a:alpha val="60000"/>
              </a:schemeClr>
            </a:solidFill>
            <a:prstDash val="solid"/>
          </a:ln>
          <a:effectLst/>
        </p:spPr>
        <p:style>
          <a:lnRef idx="1">
            <a:schemeClr val="accent1"/>
          </a:lnRef>
          <a:fillRef idx="2">
            <a:schemeClr val="accent1"/>
          </a:fillRef>
          <a:effectRef idx="1">
            <a:schemeClr val="accent1"/>
          </a:effectRef>
          <a:fontRef idx="minor">
            <a:schemeClr val="dk1"/>
          </a:fontRef>
        </p:style>
        <p:txBody>
          <a:bodyPr anchor="ctr"/>
          <a:lstStyle>
            <a:extLst/>
          </a:lstStyle>
          <a:p>
            <a:pPr algn="ctr" fontAlgn="auto">
              <a:spcBef>
                <a:spcPts val="0"/>
              </a:spcBef>
              <a:spcAft>
                <a:spcPts val="0"/>
              </a:spcAft>
              <a:defRPr/>
            </a:pPr>
            <a:endParaRPr lang="en-US"/>
          </a:p>
        </p:txBody>
      </p:sp>
      <p:sp>
        <p:nvSpPr>
          <p:cNvPr id="7" name="Ellipse 6"/>
          <p:cNvSpPr/>
          <p:nvPr/>
        </p:nvSpPr>
        <p:spPr>
          <a:xfrm>
            <a:off x="2408238" y="2746375"/>
            <a:ext cx="63500" cy="63500"/>
          </a:xfrm>
          <a:prstGeom prst="ellipse">
            <a:avLst/>
          </a:prstGeom>
          <a:noFill/>
          <a:ln w="12700" cap="rnd" cmpd="sng" algn="ctr">
            <a:solidFill>
              <a:schemeClr val="accent1">
                <a:shade val="75000"/>
                <a:alpha val="60000"/>
              </a:schemeClr>
            </a:solidFill>
            <a:prstDash val="solid"/>
          </a:ln>
          <a:effectLst/>
        </p:spPr>
        <p:style>
          <a:lnRef idx="1">
            <a:schemeClr val="accent1"/>
          </a:lnRef>
          <a:fillRef idx="2">
            <a:schemeClr val="accent1"/>
          </a:fillRef>
          <a:effectRef idx="1">
            <a:schemeClr val="accent1"/>
          </a:effectRef>
          <a:fontRef idx="minor">
            <a:schemeClr val="dk1"/>
          </a:fontRef>
        </p:style>
        <p:txBody>
          <a:bodyPr anchor="ctr"/>
          <a:lstStyle>
            <a:extLst/>
          </a:lstStyle>
          <a:p>
            <a:pPr algn="ctr" fontAlgn="auto">
              <a:spcBef>
                <a:spcPts val="0"/>
              </a:spcBef>
              <a:spcAft>
                <a:spcPts val="0"/>
              </a:spcAft>
              <a:defRPr/>
            </a:pPr>
            <a:endParaRPr lang="en-US"/>
          </a:p>
        </p:txBody>
      </p:sp>
      <p:sp>
        <p:nvSpPr>
          <p:cNvPr id="2" name="Titre 1"/>
          <p:cNvSpPr>
            <a:spLocks noGrp="1"/>
          </p:cNvSpPr>
          <p:nvPr>
            <p:ph type="title"/>
          </p:nvPr>
        </p:nvSpPr>
        <p:spPr>
          <a:xfrm>
            <a:off x="2578392" y="2600325"/>
            <a:ext cx="6400800" cy="2286000"/>
          </a:xfrm>
        </p:spPr>
        <p:txBody>
          <a:bodyPr anchor="t"/>
          <a:lstStyle>
            <a:lvl1pPr algn="l">
              <a:lnSpc>
                <a:spcPts val="4500"/>
              </a:lnSpc>
              <a:buNone/>
              <a:defRPr sz="4000" b="1" cap="all"/>
            </a:lvl1pPr>
            <a:extLst/>
          </a:lstStyle>
          <a:p>
            <a:r>
              <a:rPr lang="fr-FR" smtClean="0"/>
              <a:t>Cliquez pour modifier le style du titre</a:t>
            </a:r>
            <a:endParaRPr lang="en-US"/>
          </a:p>
        </p:txBody>
      </p:sp>
      <p:sp>
        <p:nvSpPr>
          <p:cNvPr id="3" name="Espace réservé du texte 2"/>
          <p:cNvSpPr>
            <a:spLocks noGrp="1"/>
          </p:cNvSpPr>
          <p:nvPr>
            <p:ph type="body" idx="1"/>
          </p:nvPr>
        </p:nvSpPr>
        <p:spPr>
          <a:xfrm>
            <a:off x="2578392" y="1066800"/>
            <a:ext cx="6400800" cy="1509712"/>
          </a:xfrm>
        </p:spPr>
        <p:txBody>
          <a:bodyPr anchor="b"/>
          <a:lstStyle>
            <a:lvl1pPr marL="18288" indent="0">
              <a:lnSpc>
                <a:spcPts val="2300"/>
              </a:lnSpc>
              <a:spcBef>
                <a:spcPts val="0"/>
              </a:spcBef>
              <a:buNone/>
              <a:defRPr sz="2000">
                <a:solidFill>
                  <a:schemeClr val="tx2">
                    <a:shade val="30000"/>
                    <a:satMod val="150000"/>
                  </a:schemeClr>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extLst/>
          </a:lstStyle>
          <a:p>
            <a:pPr lvl="0"/>
            <a:r>
              <a:rPr lang="fr-FR" smtClean="0"/>
              <a:t>Cliquez pour modifier les styles du texte du masque</a:t>
            </a:r>
          </a:p>
        </p:txBody>
      </p:sp>
      <p:sp>
        <p:nvSpPr>
          <p:cNvPr id="8" name="Espace réservé de la date 3"/>
          <p:cNvSpPr>
            <a:spLocks noGrp="1"/>
          </p:cNvSpPr>
          <p:nvPr>
            <p:ph type="dt" sz="half" idx="10"/>
          </p:nvPr>
        </p:nvSpPr>
        <p:spPr/>
        <p:txBody>
          <a:bodyPr/>
          <a:lstStyle>
            <a:lvl1pPr>
              <a:defRPr/>
            </a:lvl1pPr>
          </a:lstStyle>
          <a:p>
            <a:pPr>
              <a:defRPr/>
            </a:pPr>
            <a:fld id="{B76F8E5F-84D1-4640-BA7A-043FC84C1391}" type="datetime1">
              <a:rPr lang="fr-FR"/>
              <a:pPr>
                <a:defRPr/>
              </a:pPr>
              <a:t>25/11/2017</a:t>
            </a:fld>
            <a:r>
              <a:rPr lang="fr-FR"/>
              <a:t>2007-2008</a:t>
            </a:r>
          </a:p>
        </p:txBody>
      </p:sp>
      <p:sp>
        <p:nvSpPr>
          <p:cNvPr id="9" name="Espace réservé du pied de page 4"/>
          <p:cNvSpPr>
            <a:spLocks noGrp="1"/>
          </p:cNvSpPr>
          <p:nvPr>
            <p:ph type="ftr" sz="quarter" idx="11"/>
          </p:nvPr>
        </p:nvSpPr>
        <p:spPr/>
        <p:txBody>
          <a:bodyPr/>
          <a:lstStyle>
            <a:lvl1pPr>
              <a:defRPr/>
            </a:lvl1pPr>
          </a:lstStyle>
          <a:p>
            <a:pPr>
              <a:defRPr/>
            </a:pPr>
            <a:r>
              <a:rPr lang="fr-FR"/>
              <a:t>Y. Ouzrout</a:t>
            </a:r>
          </a:p>
        </p:txBody>
      </p:sp>
      <p:sp>
        <p:nvSpPr>
          <p:cNvPr id="10" name="Espace réservé du numéro de diapositive 5"/>
          <p:cNvSpPr>
            <a:spLocks noGrp="1"/>
          </p:cNvSpPr>
          <p:nvPr>
            <p:ph type="sldNum" sz="quarter" idx="12"/>
          </p:nvPr>
        </p:nvSpPr>
        <p:spPr/>
        <p:txBody>
          <a:bodyPr/>
          <a:lstStyle>
            <a:lvl1pPr>
              <a:defRPr/>
            </a:lvl1pPr>
            <a:extLst/>
          </a:lstStyle>
          <a:p>
            <a:pPr>
              <a:defRPr/>
            </a:pPr>
            <a:fld id="{39FBEA01-C229-459E-971F-AB274205E77F}" type="slidenum">
              <a:rPr lang="fr-FR"/>
              <a:pPr>
                <a:defRPr/>
              </a:pPr>
              <a:t>‹N°›</a:t>
            </a:fld>
            <a:endParaRPr lang="fr-F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eux contenus">
    <p:spTree>
      <p:nvGrpSpPr>
        <p:cNvPr id="1" name=""/>
        <p:cNvGrpSpPr/>
        <p:nvPr/>
      </p:nvGrpSpPr>
      <p:grpSpPr>
        <a:xfrm>
          <a:off x="0" y="0"/>
          <a:ext cx="0" cy="0"/>
          <a:chOff x="0" y="0"/>
          <a:chExt cx="0" cy="0"/>
        </a:xfrm>
      </p:grpSpPr>
      <p:sp>
        <p:nvSpPr>
          <p:cNvPr id="2" name="Titre 1"/>
          <p:cNvSpPr>
            <a:spLocks noGrp="1"/>
          </p:cNvSpPr>
          <p:nvPr>
            <p:ph type="title"/>
          </p:nvPr>
        </p:nvSpPr>
        <p:spPr>
          <a:xfrm>
            <a:off x="1435608" y="274320"/>
            <a:ext cx="7498080" cy="1143000"/>
          </a:xfrm>
        </p:spPr>
        <p:txBody>
          <a:bodyPr/>
          <a:lstStyle>
            <a:extLst/>
          </a:lstStyle>
          <a:p>
            <a:r>
              <a:rPr lang="fr-FR" smtClean="0"/>
              <a:t>Cliquez pour modifier le style du titre</a:t>
            </a:r>
            <a:endParaRPr lang="en-US"/>
          </a:p>
        </p:txBody>
      </p:sp>
      <p:sp>
        <p:nvSpPr>
          <p:cNvPr id="3" name="Espace réservé du contenu 2"/>
          <p:cNvSpPr>
            <a:spLocks noGrp="1"/>
          </p:cNvSpPr>
          <p:nvPr>
            <p:ph sz="half" idx="1"/>
          </p:nvPr>
        </p:nvSpPr>
        <p:spPr>
          <a:xfrm>
            <a:off x="1435608" y="1524000"/>
            <a:ext cx="3657600" cy="4663440"/>
          </a:xfrm>
        </p:spPr>
        <p:txBody>
          <a:bodyPr/>
          <a:lstStyle>
            <a:lvl1pPr>
              <a:defRPr sz="2800"/>
            </a:lvl1pPr>
            <a:lvl2pPr>
              <a:defRPr sz="2400"/>
            </a:lvl2pPr>
            <a:lvl3pPr>
              <a:defRPr sz="2000"/>
            </a:lvl3pPr>
            <a:lvl4pPr>
              <a:defRPr sz="1800"/>
            </a:lvl4pPr>
            <a:lvl5pPr>
              <a:defRPr sz="1800"/>
            </a:lvl5pPr>
            <a:extLst/>
          </a:lstStyle>
          <a:p>
            <a:pPr lvl="0"/>
            <a:r>
              <a:rPr lang="fr-FR" smtClean="0"/>
              <a:t>Cliquez pour modifier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en-US"/>
          </a:p>
        </p:txBody>
      </p:sp>
      <p:sp>
        <p:nvSpPr>
          <p:cNvPr id="4" name="Espace réservé du contenu 3"/>
          <p:cNvSpPr>
            <a:spLocks noGrp="1"/>
          </p:cNvSpPr>
          <p:nvPr>
            <p:ph sz="half" idx="2"/>
          </p:nvPr>
        </p:nvSpPr>
        <p:spPr>
          <a:xfrm>
            <a:off x="5276088" y="1524000"/>
            <a:ext cx="3657600" cy="4663440"/>
          </a:xfrm>
        </p:spPr>
        <p:txBody>
          <a:bodyPr/>
          <a:lstStyle>
            <a:lvl1pPr>
              <a:defRPr sz="2800"/>
            </a:lvl1pPr>
            <a:lvl2pPr>
              <a:defRPr sz="2400"/>
            </a:lvl2pPr>
            <a:lvl3pPr>
              <a:defRPr sz="2000"/>
            </a:lvl3pPr>
            <a:lvl4pPr>
              <a:defRPr sz="1800"/>
            </a:lvl4pPr>
            <a:lvl5pPr>
              <a:defRPr sz="1800"/>
            </a:lvl5pPr>
            <a:extLst/>
          </a:lstStyle>
          <a:p>
            <a:pPr lvl="0"/>
            <a:r>
              <a:rPr lang="fr-FR" smtClean="0"/>
              <a:t>Cliquez pour modifier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en-US"/>
          </a:p>
        </p:txBody>
      </p:sp>
      <p:sp>
        <p:nvSpPr>
          <p:cNvPr id="5" name="Espace réservé de la date 23"/>
          <p:cNvSpPr>
            <a:spLocks noGrp="1"/>
          </p:cNvSpPr>
          <p:nvPr>
            <p:ph type="dt" sz="half" idx="10"/>
          </p:nvPr>
        </p:nvSpPr>
        <p:spPr/>
        <p:txBody>
          <a:bodyPr/>
          <a:lstStyle>
            <a:lvl1pPr>
              <a:defRPr/>
            </a:lvl1pPr>
          </a:lstStyle>
          <a:p>
            <a:pPr>
              <a:defRPr/>
            </a:pPr>
            <a:fld id="{25C9C1C7-2120-49D3-A7E1-F1B223BB4A6E}" type="datetime1">
              <a:rPr lang="fr-FR"/>
              <a:pPr>
                <a:defRPr/>
              </a:pPr>
              <a:t>25/11/2017</a:t>
            </a:fld>
            <a:r>
              <a:rPr lang="fr-FR"/>
              <a:t>2007-2008</a:t>
            </a:r>
          </a:p>
        </p:txBody>
      </p:sp>
      <p:sp>
        <p:nvSpPr>
          <p:cNvPr id="6" name="Espace réservé du pied de page 9"/>
          <p:cNvSpPr>
            <a:spLocks noGrp="1"/>
          </p:cNvSpPr>
          <p:nvPr>
            <p:ph type="ftr" sz="quarter" idx="11"/>
          </p:nvPr>
        </p:nvSpPr>
        <p:spPr/>
        <p:txBody>
          <a:bodyPr/>
          <a:lstStyle>
            <a:lvl1pPr>
              <a:defRPr/>
            </a:lvl1pPr>
          </a:lstStyle>
          <a:p>
            <a:pPr>
              <a:defRPr/>
            </a:pPr>
            <a:r>
              <a:rPr lang="fr-FR"/>
              <a:t>Y. Ouzrout</a:t>
            </a:r>
          </a:p>
        </p:txBody>
      </p:sp>
      <p:sp>
        <p:nvSpPr>
          <p:cNvPr id="7" name="Espace réservé du numéro de diapositive 21"/>
          <p:cNvSpPr>
            <a:spLocks noGrp="1"/>
          </p:cNvSpPr>
          <p:nvPr>
            <p:ph type="sldNum" sz="quarter" idx="12"/>
          </p:nvPr>
        </p:nvSpPr>
        <p:spPr/>
        <p:txBody>
          <a:bodyPr/>
          <a:lstStyle>
            <a:lvl1pPr>
              <a:defRPr/>
            </a:lvl1pPr>
          </a:lstStyle>
          <a:p>
            <a:pPr>
              <a:defRPr/>
            </a:pPr>
            <a:fld id="{DD949837-F444-4EBF-BAE3-01B22DC61AC4}" type="slidenum">
              <a:rPr lang="fr-FR"/>
              <a:pPr>
                <a:defRPr/>
              </a:pPr>
              <a:t>‹N°›</a:t>
            </a:fld>
            <a:endParaRPr lang="fr-F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twoTxTwoObj" preserve="1">
  <p:cSld name="Comparaison">
    <p:spTree>
      <p:nvGrpSpPr>
        <p:cNvPr id="1" name=""/>
        <p:cNvGrpSpPr/>
        <p:nvPr/>
      </p:nvGrpSpPr>
      <p:grpSpPr>
        <a:xfrm>
          <a:off x="0" y="0"/>
          <a:ext cx="0" cy="0"/>
          <a:chOff x="0" y="0"/>
          <a:chExt cx="0" cy="0"/>
        </a:xfrm>
      </p:grpSpPr>
      <p:sp>
        <p:nvSpPr>
          <p:cNvPr id="2" name="Titre 1"/>
          <p:cNvSpPr>
            <a:spLocks noGrp="1"/>
          </p:cNvSpPr>
          <p:nvPr>
            <p:ph type="title"/>
          </p:nvPr>
        </p:nvSpPr>
        <p:spPr>
          <a:xfrm>
            <a:off x="457200" y="5160336"/>
            <a:ext cx="8229600" cy="1143000"/>
          </a:xfrm>
        </p:spPr>
        <p:txBody>
          <a:bodyPr/>
          <a:lstStyle>
            <a:lvl1pPr algn="ctr">
              <a:defRPr sz="4500" b="1" cap="none" baseline="0"/>
            </a:lvl1pPr>
            <a:extLst/>
          </a:lstStyle>
          <a:p>
            <a:r>
              <a:rPr lang="fr-FR" smtClean="0"/>
              <a:t>Cliquez pour modifier le style du titre</a:t>
            </a:r>
            <a:endParaRPr lang="en-US"/>
          </a:p>
        </p:txBody>
      </p:sp>
      <p:sp>
        <p:nvSpPr>
          <p:cNvPr id="3" name="Espace réservé du texte 2"/>
          <p:cNvSpPr>
            <a:spLocks noGrp="1"/>
          </p:cNvSpPr>
          <p:nvPr>
            <p:ph type="body" idx="1"/>
          </p:nvPr>
        </p:nvSpPr>
        <p:spPr>
          <a:xfrm>
            <a:off x="457200" y="328278"/>
            <a:ext cx="4023360" cy="640080"/>
          </a:xfrm>
          <a:solidFill>
            <a:schemeClr val="bg1"/>
          </a:solidFill>
          <a:ln w="10795">
            <a:solidFill>
              <a:schemeClr val="bg1"/>
            </a:solidFill>
            <a:miter lim="800000"/>
          </a:ln>
        </p:spPr>
        <p:txBody>
          <a:bodyPr anchor="ctr"/>
          <a:lstStyle>
            <a:lvl1pPr marL="64008" indent="0" algn="l">
              <a:lnSpc>
                <a:spcPct val="100000"/>
              </a:lnSpc>
              <a:spcBef>
                <a:spcPts val="100"/>
              </a:spcBef>
              <a:buNone/>
              <a:defRPr sz="1900" b="0">
                <a:solidFill>
                  <a:schemeClr val="tx1"/>
                </a:solidFill>
              </a:defRPr>
            </a:lvl1pPr>
            <a:lvl2pPr>
              <a:buNone/>
              <a:defRPr sz="2000" b="1"/>
            </a:lvl2pPr>
            <a:lvl3pPr>
              <a:buNone/>
              <a:defRPr sz="1800" b="1"/>
            </a:lvl3pPr>
            <a:lvl4pPr>
              <a:buNone/>
              <a:defRPr sz="1600" b="1"/>
            </a:lvl4pPr>
            <a:lvl5pPr>
              <a:buNone/>
              <a:defRPr sz="1600" b="1"/>
            </a:lvl5pPr>
            <a:extLst/>
          </a:lstStyle>
          <a:p>
            <a:pPr lvl="0"/>
            <a:r>
              <a:rPr lang="fr-FR" smtClean="0"/>
              <a:t>Cliquez pour modifier les styles du texte du masque</a:t>
            </a:r>
          </a:p>
        </p:txBody>
      </p:sp>
      <p:sp>
        <p:nvSpPr>
          <p:cNvPr id="4" name="Espace réservé du texte 3"/>
          <p:cNvSpPr>
            <a:spLocks noGrp="1"/>
          </p:cNvSpPr>
          <p:nvPr>
            <p:ph type="body" sz="half" idx="3"/>
          </p:nvPr>
        </p:nvSpPr>
        <p:spPr>
          <a:xfrm>
            <a:off x="4663440" y="328278"/>
            <a:ext cx="4023360" cy="640080"/>
          </a:xfrm>
          <a:solidFill>
            <a:schemeClr val="bg1"/>
          </a:solidFill>
          <a:ln w="10795">
            <a:solidFill>
              <a:schemeClr val="bg1"/>
            </a:solidFill>
            <a:miter lim="800000"/>
          </a:ln>
        </p:spPr>
        <p:txBody>
          <a:bodyPr anchor="ctr"/>
          <a:lstStyle>
            <a:lvl1pPr marL="64008" indent="0" algn="l">
              <a:lnSpc>
                <a:spcPct val="100000"/>
              </a:lnSpc>
              <a:spcBef>
                <a:spcPts val="100"/>
              </a:spcBef>
              <a:buNone/>
              <a:defRPr sz="1900" b="0">
                <a:solidFill>
                  <a:schemeClr val="tx1"/>
                </a:solidFill>
              </a:defRPr>
            </a:lvl1pPr>
            <a:lvl2pPr>
              <a:buNone/>
              <a:defRPr sz="2000" b="1"/>
            </a:lvl2pPr>
            <a:lvl3pPr>
              <a:buNone/>
              <a:defRPr sz="1800" b="1"/>
            </a:lvl3pPr>
            <a:lvl4pPr>
              <a:buNone/>
              <a:defRPr sz="1600" b="1"/>
            </a:lvl4pPr>
            <a:lvl5pPr>
              <a:buNone/>
              <a:defRPr sz="1600" b="1"/>
            </a:lvl5pPr>
            <a:extLst/>
          </a:lstStyle>
          <a:p>
            <a:pPr lvl="0"/>
            <a:r>
              <a:rPr lang="fr-FR" smtClean="0"/>
              <a:t>Cliquez pour modifier les styles du texte du masque</a:t>
            </a:r>
          </a:p>
        </p:txBody>
      </p:sp>
      <p:sp>
        <p:nvSpPr>
          <p:cNvPr id="5" name="Espace réservé du contenu 4"/>
          <p:cNvSpPr>
            <a:spLocks noGrp="1"/>
          </p:cNvSpPr>
          <p:nvPr>
            <p:ph sz="quarter" idx="2"/>
          </p:nvPr>
        </p:nvSpPr>
        <p:spPr>
          <a:xfrm>
            <a:off x="457200" y="969336"/>
            <a:ext cx="4023360" cy="4114800"/>
          </a:xfrm>
          <a:ln w="10795">
            <a:solidFill>
              <a:schemeClr val="bg1"/>
            </a:solidFill>
            <a:prstDash val="dash"/>
            <a:miter lim="800000"/>
          </a:ln>
        </p:spPr>
        <p:txBody>
          <a:bodyPr/>
          <a:lstStyle>
            <a:lvl1pPr marL="393192" indent="-274320">
              <a:lnSpc>
                <a:spcPct val="100000"/>
              </a:lnSpc>
              <a:spcBef>
                <a:spcPts val="700"/>
              </a:spcBef>
              <a:defRPr sz="2400"/>
            </a:lvl1pPr>
            <a:lvl2pPr>
              <a:lnSpc>
                <a:spcPct val="100000"/>
              </a:lnSpc>
              <a:spcBef>
                <a:spcPts val="700"/>
              </a:spcBef>
              <a:defRPr sz="2000"/>
            </a:lvl2pPr>
            <a:lvl3pPr>
              <a:lnSpc>
                <a:spcPct val="100000"/>
              </a:lnSpc>
              <a:spcBef>
                <a:spcPts val="700"/>
              </a:spcBef>
              <a:defRPr sz="1800"/>
            </a:lvl3pPr>
            <a:lvl4pPr>
              <a:lnSpc>
                <a:spcPct val="100000"/>
              </a:lnSpc>
              <a:spcBef>
                <a:spcPts val="700"/>
              </a:spcBef>
              <a:defRPr sz="1600"/>
            </a:lvl4pPr>
            <a:lvl5pPr>
              <a:lnSpc>
                <a:spcPct val="100000"/>
              </a:lnSpc>
              <a:spcBef>
                <a:spcPts val="700"/>
              </a:spcBef>
              <a:defRPr sz="1600"/>
            </a:lvl5pPr>
            <a:extLst/>
          </a:lstStyle>
          <a:p>
            <a:pPr lvl="0"/>
            <a:r>
              <a:rPr lang="fr-FR" smtClean="0"/>
              <a:t>Cliquez pour modifier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en-US"/>
          </a:p>
        </p:txBody>
      </p:sp>
      <p:sp>
        <p:nvSpPr>
          <p:cNvPr id="6" name="Espace réservé du contenu 5"/>
          <p:cNvSpPr>
            <a:spLocks noGrp="1"/>
          </p:cNvSpPr>
          <p:nvPr>
            <p:ph sz="quarter" idx="4"/>
          </p:nvPr>
        </p:nvSpPr>
        <p:spPr>
          <a:xfrm>
            <a:off x="4663440" y="969336"/>
            <a:ext cx="4023360" cy="4114800"/>
          </a:xfrm>
          <a:ln w="10795">
            <a:solidFill>
              <a:schemeClr val="bg1"/>
            </a:solidFill>
            <a:prstDash val="dash"/>
            <a:miter lim="800000"/>
          </a:ln>
        </p:spPr>
        <p:txBody>
          <a:bodyPr/>
          <a:lstStyle>
            <a:lvl1pPr marL="393192" indent="-274320">
              <a:lnSpc>
                <a:spcPct val="100000"/>
              </a:lnSpc>
              <a:spcBef>
                <a:spcPts val="700"/>
              </a:spcBef>
              <a:defRPr sz="2400"/>
            </a:lvl1pPr>
            <a:lvl2pPr>
              <a:lnSpc>
                <a:spcPct val="100000"/>
              </a:lnSpc>
              <a:spcBef>
                <a:spcPts val="700"/>
              </a:spcBef>
              <a:defRPr sz="2000"/>
            </a:lvl2pPr>
            <a:lvl3pPr>
              <a:lnSpc>
                <a:spcPct val="100000"/>
              </a:lnSpc>
              <a:spcBef>
                <a:spcPts val="700"/>
              </a:spcBef>
              <a:defRPr sz="1800"/>
            </a:lvl3pPr>
            <a:lvl4pPr>
              <a:lnSpc>
                <a:spcPct val="100000"/>
              </a:lnSpc>
              <a:spcBef>
                <a:spcPts val="700"/>
              </a:spcBef>
              <a:defRPr sz="1600"/>
            </a:lvl4pPr>
            <a:lvl5pPr>
              <a:lnSpc>
                <a:spcPct val="100000"/>
              </a:lnSpc>
              <a:spcBef>
                <a:spcPts val="700"/>
              </a:spcBef>
              <a:defRPr sz="1600"/>
            </a:lvl5pPr>
            <a:extLst/>
          </a:lstStyle>
          <a:p>
            <a:pPr lvl="0"/>
            <a:r>
              <a:rPr lang="fr-FR" smtClean="0"/>
              <a:t>Cliquez pour modifier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en-US"/>
          </a:p>
        </p:txBody>
      </p:sp>
      <p:sp>
        <p:nvSpPr>
          <p:cNvPr id="7" name="Espace réservé de la date 6"/>
          <p:cNvSpPr>
            <a:spLocks noGrp="1"/>
          </p:cNvSpPr>
          <p:nvPr>
            <p:ph type="dt" sz="half" idx="10"/>
          </p:nvPr>
        </p:nvSpPr>
        <p:spPr/>
        <p:txBody>
          <a:bodyPr/>
          <a:lstStyle>
            <a:lvl1pPr>
              <a:defRPr/>
            </a:lvl1pPr>
          </a:lstStyle>
          <a:p>
            <a:pPr>
              <a:defRPr/>
            </a:pPr>
            <a:fld id="{64459402-18C1-4634-A802-8FD1FCFCAE04}" type="datetime1">
              <a:rPr lang="fr-FR"/>
              <a:pPr>
                <a:defRPr/>
              </a:pPr>
              <a:t>25/11/2017</a:t>
            </a:fld>
            <a:r>
              <a:rPr lang="fr-FR"/>
              <a:t>2007-2008</a:t>
            </a:r>
          </a:p>
        </p:txBody>
      </p:sp>
      <p:sp>
        <p:nvSpPr>
          <p:cNvPr id="8" name="Espace réservé du pied de page 7"/>
          <p:cNvSpPr>
            <a:spLocks noGrp="1"/>
          </p:cNvSpPr>
          <p:nvPr>
            <p:ph type="ftr" sz="quarter" idx="11"/>
          </p:nvPr>
        </p:nvSpPr>
        <p:spPr/>
        <p:txBody>
          <a:bodyPr/>
          <a:lstStyle>
            <a:lvl1pPr>
              <a:defRPr/>
            </a:lvl1pPr>
          </a:lstStyle>
          <a:p>
            <a:pPr>
              <a:defRPr/>
            </a:pPr>
            <a:r>
              <a:rPr lang="fr-FR"/>
              <a:t>Y. Ouzrout</a:t>
            </a:r>
          </a:p>
        </p:txBody>
      </p:sp>
      <p:sp>
        <p:nvSpPr>
          <p:cNvPr id="9" name="Espace réservé du numéro de diapositive 8"/>
          <p:cNvSpPr>
            <a:spLocks noGrp="1"/>
          </p:cNvSpPr>
          <p:nvPr>
            <p:ph type="sldNum" sz="quarter" idx="12"/>
          </p:nvPr>
        </p:nvSpPr>
        <p:spPr/>
        <p:txBody>
          <a:bodyPr/>
          <a:lstStyle>
            <a:lvl1pPr>
              <a:defRPr/>
            </a:lvl1pPr>
            <a:extLst/>
          </a:lstStyle>
          <a:p>
            <a:pPr>
              <a:defRPr/>
            </a:pPr>
            <a:fld id="{91B9A510-B6D4-4253-960D-9046ADDC378C}" type="slidenum">
              <a:rPr lang="fr-FR"/>
              <a:pPr>
                <a:defRPr/>
              </a:pPr>
              <a:t>‹N°›</a:t>
            </a:fld>
            <a:endParaRPr lang="fr-F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re seul">
    <p:spTree>
      <p:nvGrpSpPr>
        <p:cNvPr id="1" name=""/>
        <p:cNvGrpSpPr/>
        <p:nvPr/>
      </p:nvGrpSpPr>
      <p:grpSpPr>
        <a:xfrm>
          <a:off x="0" y="0"/>
          <a:ext cx="0" cy="0"/>
          <a:chOff x="0" y="0"/>
          <a:chExt cx="0" cy="0"/>
        </a:xfrm>
      </p:grpSpPr>
      <p:sp>
        <p:nvSpPr>
          <p:cNvPr id="2" name="Titre 1"/>
          <p:cNvSpPr>
            <a:spLocks noGrp="1"/>
          </p:cNvSpPr>
          <p:nvPr>
            <p:ph type="title"/>
          </p:nvPr>
        </p:nvSpPr>
        <p:spPr>
          <a:xfrm>
            <a:off x="1435608" y="274320"/>
            <a:ext cx="7498080" cy="1143000"/>
          </a:xfrm>
        </p:spPr>
        <p:txBody>
          <a:bodyPr/>
          <a:lstStyle>
            <a:extLst/>
          </a:lstStyle>
          <a:p>
            <a:r>
              <a:rPr lang="fr-FR" smtClean="0"/>
              <a:t>Cliquez pour modifier le style du titre</a:t>
            </a:r>
            <a:endParaRPr lang="en-US"/>
          </a:p>
        </p:txBody>
      </p:sp>
      <p:sp>
        <p:nvSpPr>
          <p:cNvPr id="3" name="Espace réservé de la date 23"/>
          <p:cNvSpPr>
            <a:spLocks noGrp="1"/>
          </p:cNvSpPr>
          <p:nvPr>
            <p:ph type="dt" sz="half" idx="10"/>
          </p:nvPr>
        </p:nvSpPr>
        <p:spPr/>
        <p:txBody>
          <a:bodyPr/>
          <a:lstStyle>
            <a:lvl1pPr>
              <a:defRPr/>
            </a:lvl1pPr>
          </a:lstStyle>
          <a:p>
            <a:pPr>
              <a:defRPr/>
            </a:pPr>
            <a:fld id="{7151FAB2-6628-4358-8C72-88B5D453AE91}" type="datetime1">
              <a:rPr lang="fr-FR"/>
              <a:pPr>
                <a:defRPr/>
              </a:pPr>
              <a:t>25/11/2017</a:t>
            </a:fld>
            <a:r>
              <a:rPr lang="fr-FR"/>
              <a:t>2007-2008</a:t>
            </a:r>
          </a:p>
        </p:txBody>
      </p:sp>
      <p:sp>
        <p:nvSpPr>
          <p:cNvPr id="4" name="Espace réservé du pied de page 9"/>
          <p:cNvSpPr>
            <a:spLocks noGrp="1"/>
          </p:cNvSpPr>
          <p:nvPr>
            <p:ph type="ftr" sz="quarter" idx="11"/>
          </p:nvPr>
        </p:nvSpPr>
        <p:spPr/>
        <p:txBody>
          <a:bodyPr/>
          <a:lstStyle>
            <a:lvl1pPr>
              <a:defRPr/>
            </a:lvl1pPr>
          </a:lstStyle>
          <a:p>
            <a:pPr>
              <a:defRPr/>
            </a:pPr>
            <a:r>
              <a:rPr lang="fr-FR"/>
              <a:t>Y. Ouzrout</a:t>
            </a:r>
          </a:p>
        </p:txBody>
      </p:sp>
      <p:sp>
        <p:nvSpPr>
          <p:cNvPr id="5" name="Espace réservé du numéro de diapositive 21"/>
          <p:cNvSpPr>
            <a:spLocks noGrp="1"/>
          </p:cNvSpPr>
          <p:nvPr>
            <p:ph type="sldNum" sz="quarter" idx="12"/>
          </p:nvPr>
        </p:nvSpPr>
        <p:spPr/>
        <p:txBody>
          <a:bodyPr/>
          <a:lstStyle>
            <a:lvl1pPr>
              <a:defRPr/>
            </a:lvl1pPr>
          </a:lstStyle>
          <a:p>
            <a:pPr>
              <a:defRPr/>
            </a:pPr>
            <a:fld id="{D1307E15-F71D-47B7-B3BA-4439E7AB8D0D}" type="slidenum">
              <a:rPr lang="fr-FR"/>
              <a:pPr>
                <a:defRPr/>
              </a:pPr>
              <a:t>‹N°›</a:t>
            </a:fld>
            <a:endParaRPr lang="fr-F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objTx" preserve="1">
  <p:cSld name="Contenu avec légende">
    <p:spTree>
      <p:nvGrpSpPr>
        <p:cNvPr id="1" name=""/>
        <p:cNvGrpSpPr/>
        <p:nvPr/>
      </p:nvGrpSpPr>
      <p:grpSpPr>
        <a:xfrm>
          <a:off x="0" y="0"/>
          <a:ext cx="0" cy="0"/>
          <a:chOff x="0" y="0"/>
          <a:chExt cx="0" cy="0"/>
        </a:xfrm>
      </p:grpSpPr>
      <p:sp>
        <p:nvSpPr>
          <p:cNvPr id="2" name="Titre 1"/>
          <p:cNvSpPr>
            <a:spLocks noGrp="1"/>
          </p:cNvSpPr>
          <p:nvPr>
            <p:ph type="title"/>
          </p:nvPr>
        </p:nvSpPr>
        <p:spPr>
          <a:xfrm>
            <a:off x="457200" y="216778"/>
            <a:ext cx="3810000" cy="1162050"/>
          </a:xfrm>
          <a:ln>
            <a:noFill/>
          </a:ln>
        </p:spPr>
        <p:txBody>
          <a:bodyPr anchor="b"/>
          <a:lstStyle>
            <a:lvl1pPr algn="l">
              <a:lnSpc>
                <a:spcPts val="2000"/>
              </a:lnSpc>
              <a:buNone/>
              <a:defRPr sz="2200" b="1" cap="all" baseline="0"/>
            </a:lvl1pPr>
            <a:extLst/>
          </a:lstStyle>
          <a:p>
            <a:r>
              <a:rPr lang="fr-FR" smtClean="0"/>
              <a:t>Cliquez pour modifier le style du titre</a:t>
            </a:r>
            <a:endParaRPr lang="en-US"/>
          </a:p>
        </p:txBody>
      </p:sp>
      <p:sp>
        <p:nvSpPr>
          <p:cNvPr id="3" name="Espace réservé du texte 2"/>
          <p:cNvSpPr>
            <a:spLocks noGrp="1"/>
          </p:cNvSpPr>
          <p:nvPr>
            <p:ph type="body" idx="2"/>
          </p:nvPr>
        </p:nvSpPr>
        <p:spPr>
          <a:xfrm>
            <a:off x="457200" y="1406964"/>
            <a:ext cx="3810000" cy="698500"/>
          </a:xfrm>
        </p:spPr>
        <p:txBody>
          <a:bodyPr/>
          <a:lstStyle>
            <a:lvl1pPr marL="45720" indent="0">
              <a:lnSpc>
                <a:spcPct val="100000"/>
              </a:lnSpc>
              <a:spcBef>
                <a:spcPts val="0"/>
              </a:spcBef>
              <a:buNone/>
              <a:defRPr sz="1400"/>
            </a:lvl1pPr>
            <a:lvl2pPr>
              <a:buNone/>
              <a:defRPr sz="1200"/>
            </a:lvl2pPr>
            <a:lvl3pPr>
              <a:buNone/>
              <a:defRPr sz="1000"/>
            </a:lvl3pPr>
            <a:lvl4pPr>
              <a:buNone/>
              <a:defRPr sz="900"/>
            </a:lvl4pPr>
            <a:lvl5pPr>
              <a:buNone/>
              <a:defRPr sz="900"/>
            </a:lvl5pPr>
            <a:extLst/>
          </a:lstStyle>
          <a:p>
            <a:pPr lvl="0"/>
            <a:r>
              <a:rPr lang="fr-FR" smtClean="0"/>
              <a:t>Cliquez pour modifier les styles du texte du masque</a:t>
            </a:r>
          </a:p>
        </p:txBody>
      </p:sp>
      <p:sp>
        <p:nvSpPr>
          <p:cNvPr id="4" name="Espace réservé du contenu 3"/>
          <p:cNvSpPr>
            <a:spLocks noGrp="1"/>
          </p:cNvSpPr>
          <p:nvPr>
            <p:ph sz="half" idx="1"/>
          </p:nvPr>
        </p:nvSpPr>
        <p:spPr>
          <a:xfrm>
            <a:off x="457200" y="2133600"/>
            <a:ext cx="8153400" cy="3992563"/>
          </a:xfrm>
        </p:spPr>
        <p:txBody>
          <a:bodyPr/>
          <a:lstStyle>
            <a:lvl1pPr>
              <a:defRPr sz="3200"/>
            </a:lvl1pPr>
            <a:lvl2pPr>
              <a:defRPr sz="2800"/>
            </a:lvl2pPr>
            <a:lvl3pPr>
              <a:defRPr sz="2400"/>
            </a:lvl3pPr>
            <a:lvl4pPr>
              <a:defRPr sz="2000"/>
            </a:lvl4pPr>
            <a:lvl5pPr>
              <a:defRPr sz="2000"/>
            </a:lvl5pPr>
            <a:extLst/>
          </a:lstStyle>
          <a:p>
            <a:pPr lvl="0"/>
            <a:r>
              <a:rPr lang="fr-FR" smtClean="0"/>
              <a:t>Cliquez pour modifier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en-US"/>
          </a:p>
        </p:txBody>
      </p:sp>
      <p:sp>
        <p:nvSpPr>
          <p:cNvPr id="5" name="Espace réservé de la date 4"/>
          <p:cNvSpPr>
            <a:spLocks noGrp="1"/>
          </p:cNvSpPr>
          <p:nvPr>
            <p:ph type="dt" sz="half" idx="10"/>
          </p:nvPr>
        </p:nvSpPr>
        <p:spPr/>
        <p:txBody>
          <a:bodyPr/>
          <a:lstStyle>
            <a:lvl1pPr>
              <a:defRPr/>
            </a:lvl1pPr>
          </a:lstStyle>
          <a:p>
            <a:pPr>
              <a:defRPr/>
            </a:pPr>
            <a:fld id="{544B2C8E-04B5-4D05-925F-FED940651B21}" type="datetime1">
              <a:rPr lang="fr-FR"/>
              <a:pPr>
                <a:defRPr/>
              </a:pPr>
              <a:t>25/11/2017</a:t>
            </a:fld>
            <a:r>
              <a:rPr lang="fr-FR"/>
              <a:t>2007-2008</a:t>
            </a:r>
          </a:p>
        </p:txBody>
      </p:sp>
      <p:sp>
        <p:nvSpPr>
          <p:cNvPr id="6" name="Espace réservé du pied de page 5"/>
          <p:cNvSpPr>
            <a:spLocks noGrp="1"/>
          </p:cNvSpPr>
          <p:nvPr>
            <p:ph type="ftr" sz="quarter" idx="11"/>
          </p:nvPr>
        </p:nvSpPr>
        <p:spPr/>
        <p:txBody>
          <a:bodyPr/>
          <a:lstStyle>
            <a:lvl1pPr>
              <a:defRPr/>
            </a:lvl1pPr>
          </a:lstStyle>
          <a:p>
            <a:pPr>
              <a:defRPr/>
            </a:pPr>
            <a:r>
              <a:rPr lang="fr-FR"/>
              <a:t>Y. Ouzrout</a:t>
            </a:r>
          </a:p>
        </p:txBody>
      </p:sp>
      <p:sp>
        <p:nvSpPr>
          <p:cNvPr id="7" name="Espace réservé du numéro de diapositive 6"/>
          <p:cNvSpPr>
            <a:spLocks noGrp="1"/>
          </p:cNvSpPr>
          <p:nvPr>
            <p:ph type="sldNum" sz="quarter" idx="12"/>
          </p:nvPr>
        </p:nvSpPr>
        <p:spPr/>
        <p:txBody>
          <a:bodyPr/>
          <a:lstStyle>
            <a:lvl1pPr>
              <a:defRPr/>
            </a:lvl1pPr>
            <a:extLst/>
          </a:lstStyle>
          <a:p>
            <a:pPr>
              <a:defRPr/>
            </a:pPr>
            <a:fld id="{69F0F73F-24D4-4587-9078-1BEC651B669C}" type="slidenum">
              <a:rPr lang="fr-FR"/>
              <a:pPr>
                <a:defRPr/>
              </a:pPr>
              <a:t>‹N°›</a:t>
            </a:fld>
            <a:endParaRPr lang="fr-F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picTx" preserve="1">
  <p:cSld name="Image avec légende">
    <p:spTree>
      <p:nvGrpSpPr>
        <p:cNvPr id="1" name=""/>
        <p:cNvGrpSpPr/>
        <p:nvPr/>
      </p:nvGrpSpPr>
      <p:grpSpPr>
        <a:xfrm>
          <a:off x="0" y="0"/>
          <a:ext cx="0" cy="0"/>
          <a:chOff x="0" y="0"/>
          <a:chExt cx="0" cy="0"/>
        </a:xfrm>
      </p:grpSpPr>
      <p:sp>
        <p:nvSpPr>
          <p:cNvPr id="5" name="Rectangle 4"/>
          <p:cNvSpPr/>
          <p:nvPr/>
        </p:nvSpPr>
        <p:spPr>
          <a:xfrm>
            <a:off x="762000" y="1066800"/>
            <a:ext cx="4572000" cy="4572000"/>
          </a:xfrm>
          <a:prstGeom prst="rect">
            <a:avLst/>
          </a:prstGeom>
          <a:solidFill>
            <a:srgbClr val="FFFFFF"/>
          </a:solidFill>
          <a:ln w="88900" cap="sq">
            <a:solidFill>
              <a:srgbClr val="FFFFFF"/>
            </a:solidFill>
            <a:miter lim="800000"/>
          </a:ln>
          <a:effectLst>
            <a:outerShdw blurRad="55500" dist="18500" dir="5400000" algn="tl" rotWithShape="0">
              <a:srgbClr val="000000">
                <a:alpha val="35000"/>
              </a:srgbClr>
            </a:outerShdw>
          </a:effectLst>
          <a:scene3d>
            <a:camera prst="orthographicFront"/>
            <a:lightRig rig="twoPt" dir="t">
              <a:rot lat="0" lon="0" rev="7200000"/>
            </a:lightRig>
          </a:scene3d>
          <a:sp3d contourW="635">
            <a:bevelT w="25400" h="19050"/>
            <a:contourClr>
              <a:srgbClr val="969696"/>
            </a:contourClr>
          </a:sp3d>
        </p:spPr>
        <p:txBody>
          <a:bodyPr tIns="274320">
            <a:normAutofit/>
          </a:bodyPr>
          <a:lstStyle>
            <a:extLst/>
          </a:lstStyle>
          <a:p>
            <a:pPr indent="-283464" fontAlgn="auto">
              <a:lnSpc>
                <a:spcPts val="3000"/>
              </a:lnSpc>
              <a:spcBef>
                <a:spcPts val="600"/>
              </a:spcBef>
              <a:spcAft>
                <a:spcPts val="0"/>
              </a:spcAft>
              <a:buClr>
                <a:schemeClr val="accent1"/>
              </a:buClr>
              <a:buSzPct val="80000"/>
              <a:buFont typeface="Wingdings 2"/>
              <a:buNone/>
              <a:defRPr/>
            </a:pPr>
            <a:endParaRPr lang="en-US" sz="3200">
              <a:latin typeface="+mn-lt"/>
            </a:endParaRPr>
          </a:p>
        </p:txBody>
      </p:sp>
      <p:sp>
        <p:nvSpPr>
          <p:cNvPr id="6" name="Organigramme : Processus 5"/>
          <p:cNvSpPr/>
          <p:nvPr/>
        </p:nvSpPr>
        <p:spPr>
          <a:xfrm rot="19468671">
            <a:off x="396875" y="954088"/>
            <a:ext cx="685800" cy="204787"/>
          </a:xfrm>
          <a:prstGeom prst="flowChartProcess">
            <a:avLst/>
          </a:prstGeom>
          <a:solidFill>
            <a:srgbClr val="FBFBFB">
              <a:alpha val="45098"/>
            </a:srgbClr>
          </a:solidFill>
          <a:ln w="6350" cap="rnd" cmpd="sng" algn="ctr">
            <a:solidFill>
              <a:srgbClr val="FFFFFF">
                <a:alpha val="100000"/>
              </a:srgbClr>
            </a:solidFill>
            <a:prstDash val="solid"/>
          </a:ln>
          <a:effectLst>
            <a:outerShdw blurRad="25400" dist="25400" dir="3300000" sx="96000" sy="96000" algn="tl" rotWithShape="0">
              <a:schemeClr val="bg2">
                <a:shade val="90000"/>
                <a:satMod val="200000"/>
                <a:alpha val="40000"/>
              </a:schemeClr>
            </a:outerShdw>
          </a:effectLst>
        </p:spPr>
        <p:style>
          <a:lnRef idx="3">
            <a:schemeClr val="lt1"/>
          </a:lnRef>
          <a:fillRef idx="1">
            <a:schemeClr val="accent1"/>
          </a:fillRef>
          <a:effectRef idx="1">
            <a:schemeClr val="accent1"/>
          </a:effectRef>
          <a:fontRef idx="minor">
            <a:schemeClr val="lt1"/>
          </a:fontRef>
        </p:style>
        <p:txBody>
          <a:bodyPr anchor="ctr"/>
          <a:lstStyle>
            <a:extLst/>
          </a:lstStyle>
          <a:p>
            <a:pPr algn="ctr" fontAlgn="auto">
              <a:spcBef>
                <a:spcPts val="0"/>
              </a:spcBef>
              <a:spcAft>
                <a:spcPts val="0"/>
              </a:spcAft>
              <a:defRPr/>
            </a:pPr>
            <a:endParaRPr lang="en-US"/>
          </a:p>
        </p:txBody>
      </p:sp>
      <p:sp>
        <p:nvSpPr>
          <p:cNvPr id="7" name="Organigramme : Processus 6"/>
          <p:cNvSpPr/>
          <p:nvPr/>
        </p:nvSpPr>
        <p:spPr>
          <a:xfrm rot="2103354" flipH="1">
            <a:off x="5003800" y="936625"/>
            <a:ext cx="649288" cy="204788"/>
          </a:xfrm>
          <a:prstGeom prst="flowChartProcess">
            <a:avLst/>
          </a:prstGeom>
          <a:solidFill>
            <a:srgbClr val="FBFBFB">
              <a:alpha val="45098"/>
            </a:srgbClr>
          </a:solidFill>
          <a:ln w="6350" cap="rnd" cmpd="sng" algn="ctr">
            <a:solidFill>
              <a:srgbClr val="FFFFFF">
                <a:alpha val="100000"/>
              </a:srgbClr>
            </a:solidFill>
            <a:prstDash val="solid"/>
          </a:ln>
          <a:effectLst>
            <a:outerShdw blurRad="25400" dist="25400" dir="3300000" sx="96000" sy="96000" algn="tl" rotWithShape="0">
              <a:schemeClr val="bg2">
                <a:alpha val="20000"/>
              </a:schemeClr>
            </a:outerShdw>
          </a:effectLst>
        </p:spPr>
        <p:style>
          <a:lnRef idx="3">
            <a:schemeClr val="lt1"/>
          </a:lnRef>
          <a:fillRef idx="1">
            <a:schemeClr val="accent1"/>
          </a:fillRef>
          <a:effectRef idx="1">
            <a:schemeClr val="accent1"/>
          </a:effectRef>
          <a:fontRef idx="minor">
            <a:schemeClr val="lt1"/>
          </a:fontRef>
        </p:style>
        <p:txBody>
          <a:bodyPr anchor="ctr"/>
          <a:lstStyle>
            <a:extLst/>
          </a:lstStyle>
          <a:p>
            <a:pPr algn="ctr" fontAlgn="auto">
              <a:spcBef>
                <a:spcPts val="0"/>
              </a:spcBef>
              <a:spcAft>
                <a:spcPts val="0"/>
              </a:spcAft>
              <a:defRPr/>
            </a:pPr>
            <a:endParaRPr lang="en-US" dirty="0"/>
          </a:p>
        </p:txBody>
      </p:sp>
      <p:sp>
        <p:nvSpPr>
          <p:cNvPr id="2" name="Titre 1"/>
          <p:cNvSpPr>
            <a:spLocks noGrp="1"/>
          </p:cNvSpPr>
          <p:nvPr>
            <p:ph type="title"/>
          </p:nvPr>
        </p:nvSpPr>
        <p:spPr>
          <a:xfrm>
            <a:off x="5886896" y="1066800"/>
            <a:ext cx="2743200" cy="1981200"/>
          </a:xfrm>
        </p:spPr>
        <p:txBody>
          <a:bodyPr anchor="b">
            <a:noAutofit/>
          </a:bodyPr>
          <a:lstStyle>
            <a:lvl1pPr algn="l">
              <a:buNone/>
              <a:defRPr sz="2100" b="1">
                <a:effectLst/>
              </a:defRPr>
            </a:lvl1pPr>
            <a:extLst/>
          </a:lstStyle>
          <a:p>
            <a:r>
              <a:rPr lang="fr-FR" smtClean="0"/>
              <a:t>Cliquez pour modifier le style du titre</a:t>
            </a:r>
            <a:endParaRPr lang="en-US"/>
          </a:p>
        </p:txBody>
      </p:sp>
      <p:sp>
        <p:nvSpPr>
          <p:cNvPr id="3" name="Espace réservé pour une image  2"/>
          <p:cNvSpPr>
            <a:spLocks noGrp="1"/>
          </p:cNvSpPr>
          <p:nvPr>
            <p:ph type="pic" idx="1"/>
          </p:nvPr>
        </p:nvSpPr>
        <p:spPr>
          <a:xfrm>
            <a:off x="838200" y="1143003"/>
            <a:ext cx="4419600" cy="3514531"/>
          </a:xfrm>
          <a:prstGeom prst="roundRect">
            <a:avLst>
              <a:gd name="adj" fmla="val 783"/>
            </a:avLst>
          </a:prstGeom>
          <a:solidFill>
            <a:schemeClr val="bg2"/>
          </a:solidFill>
          <a:ln w="127000">
            <a:noFill/>
            <a:miter lim="800000"/>
          </a:ln>
          <a:effectLst/>
        </p:spPr>
        <p:txBody>
          <a:bodyPr tIns="274320">
            <a:normAutofit/>
          </a:bodyPr>
          <a:lstStyle>
            <a:lvl1pPr indent="0">
              <a:buNone/>
              <a:defRPr sz="3200"/>
            </a:lvl1pPr>
            <a:extLst/>
          </a:lstStyle>
          <a:p>
            <a:pPr lvl="0"/>
            <a:r>
              <a:rPr lang="fr-FR" noProof="0" smtClean="0"/>
              <a:t>Cliquez sur l'icône pour ajouter une image</a:t>
            </a:r>
            <a:endParaRPr lang="en-US" noProof="0" dirty="0"/>
          </a:p>
        </p:txBody>
      </p:sp>
      <p:sp>
        <p:nvSpPr>
          <p:cNvPr id="4" name="Espace réservé du texte 3"/>
          <p:cNvSpPr>
            <a:spLocks noGrp="1"/>
          </p:cNvSpPr>
          <p:nvPr>
            <p:ph type="body" sz="half" idx="2"/>
          </p:nvPr>
        </p:nvSpPr>
        <p:spPr>
          <a:xfrm>
            <a:off x="838200" y="4800600"/>
            <a:ext cx="4419600" cy="762000"/>
          </a:xfrm>
        </p:spPr>
        <p:txBody>
          <a:bodyPr anchor="ctr"/>
          <a:lstStyle>
            <a:lvl1pPr marL="0" indent="0" algn="l">
              <a:lnSpc>
                <a:spcPts val="1600"/>
              </a:lnSpc>
              <a:spcBef>
                <a:spcPts val="0"/>
              </a:spcBef>
              <a:buNone/>
              <a:defRPr sz="1400">
                <a:solidFill>
                  <a:srgbClr val="777777"/>
                </a:solidFill>
              </a:defRPr>
            </a:lvl1pPr>
            <a:lvl2pPr>
              <a:defRPr sz="1200"/>
            </a:lvl2pPr>
            <a:lvl3pPr>
              <a:defRPr sz="1000"/>
            </a:lvl3pPr>
            <a:lvl4pPr>
              <a:defRPr sz="900"/>
            </a:lvl4pPr>
            <a:lvl5pPr>
              <a:defRPr sz="900"/>
            </a:lvl5pPr>
            <a:extLst/>
          </a:lstStyle>
          <a:p>
            <a:pPr lvl="0"/>
            <a:r>
              <a:rPr lang="fr-FR" smtClean="0"/>
              <a:t>Cliquez pour modifier les styles du texte du masque</a:t>
            </a:r>
          </a:p>
        </p:txBody>
      </p:sp>
      <p:sp>
        <p:nvSpPr>
          <p:cNvPr id="8" name="Espace réservé de la date 4"/>
          <p:cNvSpPr>
            <a:spLocks noGrp="1"/>
          </p:cNvSpPr>
          <p:nvPr>
            <p:ph type="dt" sz="half" idx="10"/>
          </p:nvPr>
        </p:nvSpPr>
        <p:spPr/>
        <p:txBody>
          <a:bodyPr/>
          <a:lstStyle>
            <a:lvl1pPr>
              <a:defRPr/>
            </a:lvl1pPr>
          </a:lstStyle>
          <a:p>
            <a:pPr>
              <a:defRPr/>
            </a:pPr>
            <a:fld id="{A47A08AD-8A75-479E-A23C-0AD531D80A32}" type="datetime1">
              <a:rPr lang="fr-FR"/>
              <a:pPr>
                <a:defRPr/>
              </a:pPr>
              <a:t>25/11/2017</a:t>
            </a:fld>
            <a:r>
              <a:rPr lang="fr-FR"/>
              <a:t>2007-2008</a:t>
            </a:r>
          </a:p>
        </p:txBody>
      </p:sp>
      <p:sp>
        <p:nvSpPr>
          <p:cNvPr id="9" name="Espace réservé du pied de page 5"/>
          <p:cNvSpPr>
            <a:spLocks noGrp="1"/>
          </p:cNvSpPr>
          <p:nvPr>
            <p:ph type="ftr" sz="quarter" idx="11"/>
          </p:nvPr>
        </p:nvSpPr>
        <p:spPr/>
        <p:txBody>
          <a:bodyPr/>
          <a:lstStyle>
            <a:lvl1pPr>
              <a:defRPr/>
            </a:lvl1pPr>
          </a:lstStyle>
          <a:p>
            <a:pPr>
              <a:defRPr/>
            </a:pPr>
            <a:r>
              <a:rPr lang="fr-FR"/>
              <a:t>Y. Ouzrout</a:t>
            </a:r>
          </a:p>
        </p:txBody>
      </p:sp>
      <p:sp>
        <p:nvSpPr>
          <p:cNvPr id="10" name="Espace réservé du numéro de diapositive 6"/>
          <p:cNvSpPr>
            <a:spLocks noGrp="1"/>
          </p:cNvSpPr>
          <p:nvPr>
            <p:ph type="sldNum" sz="quarter" idx="12"/>
          </p:nvPr>
        </p:nvSpPr>
        <p:spPr/>
        <p:txBody>
          <a:bodyPr/>
          <a:lstStyle>
            <a:lvl1pPr>
              <a:defRPr/>
            </a:lvl1pPr>
            <a:extLst/>
          </a:lstStyle>
          <a:p>
            <a:pPr>
              <a:defRPr/>
            </a:pPr>
            <a:fld id="{00527E79-1F0F-4B7C-A2C8-03138575BB12}" type="slidenum">
              <a:rPr lang="fr-FR"/>
              <a:pPr>
                <a:defRPr/>
              </a:pPr>
              <a:t>‹N°›</a:t>
            </a:fld>
            <a:endParaRPr lang="fr-F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vertTx" preserve="1">
  <p:cSld name="Titre et texte vertical">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extLst/>
          </a:lstStyle>
          <a:p>
            <a:r>
              <a:rPr lang="fr-FR" smtClean="0"/>
              <a:t>Cliquez pour modifier le style du titre</a:t>
            </a:r>
            <a:endParaRPr lang="en-US"/>
          </a:p>
        </p:txBody>
      </p:sp>
      <p:sp>
        <p:nvSpPr>
          <p:cNvPr id="3" name="Espace réservé du texte vertical 2"/>
          <p:cNvSpPr>
            <a:spLocks noGrp="1"/>
          </p:cNvSpPr>
          <p:nvPr>
            <p:ph type="body" orient="vert" idx="1"/>
          </p:nvPr>
        </p:nvSpPr>
        <p:spPr/>
        <p:txBody>
          <a:bodyPr vert="eaVert"/>
          <a:lstStyle>
            <a:extLst/>
          </a:lstStyle>
          <a:p>
            <a:pPr lvl="0"/>
            <a:r>
              <a:rPr lang="fr-FR" smtClean="0"/>
              <a:t>Cliquez pour modifier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en-US"/>
          </a:p>
        </p:txBody>
      </p:sp>
      <p:sp>
        <p:nvSpPr>
          <p:cNvPr id="4" name="Espace réservé de la date 23"/>
          <p:cNvSpPr>
            <a:spLocks noGrp="1"/>
          </p:cNvSpPr>
          <p:nvPr>
            <p:ph type="dt" sz="half" idx="10"/>
          </p:nvPr>
        </p:nvSpPr>
        <p:spPr/>
        <p:txBody>
          <a:bodyPr/>
          <a:lstStyle>
            <a:lvl1pPr>
              <a:defRPr/>
            </a:lvl1pPr>
          </a:lstStyle>
          <a:p>
            <a:pPr>
              <a:defRPr/>
            </a:pPr>
            <a:fld id="{A7DC3AB7-A2D2-48BB-95AF-85DC46FB68F0}" type="datetime1">
              <a:rPr lang="fr-FR"/>
              <a:pPr>
                <a:defRPr/>
              </a:pPr>
              <a:t>25/11/2017</a:t>
            </a:fld>
            <a:r>
              <a:rPr lang="fr-FR"/>
              <a:t>2007-2008</a:t>
            </a:r>
          </a:p>
        </p:txBody>
      </p:sp>
      <p:sp>
        <p:nvSpPr>
          <p:cNvPr id="5" name="Espace réservé du pied de page 9"/>
          <p:cNvSpPr>
            <a:spLocks noGrp="1"/>
          </p:cNvSpPr>
          <p:nvPr>
            <p:ph type="ftr" sz="quarter" idx="11"/>
          </p:nvPr>
        </p:nvSpPr>
        <p:spPr/>
        <p:txBody>
          <a:bodyPr/>
          <a:lstStyle>
            <a:lvl1pPr>
              <a:defRPr/>
            </a:lvl1pPr>
          </a:lstStyle>
          <a:p>
            <a:pPr>
              <a:defRPr/>
            </a:pPr>
            <a:r>
              <a:rPr lang="fr-FR"/>
              <a:t>Y. Ouzrout</a:t>
            </a:r>
          </a:p>
        </p:txBody>
      </p:sp>
      <p:sp>
        <p:nvSpPr>
          <p:cNvPr id="6" name="Espace réservé du numéro de diapositive 21"/>
          <p:cNvSpPr>
            <a:spLocks noGrp="1"/>
          </p:cNvSpPr>
          <p:nvPr>
            <p:ph type="sldNum" sz="quarter" idx="12"/>
          </p:nvPr>
        </p:nvSpPr>
        <p:spPr/>
        <p:txBody>
          <a:bodyPr/>
          <a:lstStyle>
            <a:lvl1pPr>
              <a:defRPr/>
            </a:lvl1pPr>
          </a:lstStyle>
          <a:p>
            <a:pPr>
              <a:defRPr/>
            </a:pPr>
            <a:fld id="{95A32B68-6284-4B25-868B-FBC69DCBD13C}" type="slidenum">
              <a:rPr lang="fr-FR"/>
              <a:pPr>
                <a:defRPr/>
              </a:pPr>
              <a:t>‹N°›</a:t>
            </a:fld>
            <a:endParaRPr lang="fr-F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itleAndTx" preserve="1">
  <p:cSld name="Titre vertical et texte">
    <p:spTree>
      <p:nvGrpSpPr>
        <p:cNvPr id="1" name=""/>
        <p:cNvGrpSpPr/>
        <p:nvPr/>
      </p:nvGrpSpPr>
      <p:grpSpPr>
        <a:xfrm>
          <a:off x="0" y="0"/>
          <a:ext cx="0" cy="0"/>
          <a:chOff x="0" y="0"/>
          <a:chExt cx="0" cy="0"/>
        </a:xfrm>
      </p:grpSpPr>
      <p:sp>
        <p:nvSpPr>
          <p:cNvPr id="2" name="Titre vertical 1"/>
          <p:cNvSpPr>
            <a:spLocks noGrp="1"/>
          </p:cNvSpPr>
          <p:nvPr>
            <p:ph type="title" orient="vert"/>
          </p:nvPr>
        </p:nvSpPr>
        <p:spPr>
          <a:xfrm>
            <a:off x="6858000" y="274639"/>
            <a:ext cx="1828800" cy="5851525"/>
          </a:xfrm>
        </p:spPr>
        <p:txBody>
          <a:bodyPr vert="eaVert"/>
          <a:lstStyle>
            <a:extLst/>
          </a:lstStyle>
          <a:p>
            <a:r>
              <a:rPr lang="fr-FR" smtClean="0"/>
              <a:t>Cliquez pour modifier le style du titre</a:t>
            </a:r>
            <a:endParaRPr lang="en-US"/>
          </a:p>
        </p:txBody>
      </p:sp>
      <p:sp>
        <p:nvSpPr>
          <p:cNvPr id="3" name="Espace réservé du texte vertical 2"/>
          <p:cNvSpPr>
            <a:spLocks noGrp="1"/>
          </p:cNvSpPr>
          <p:nvPr>
            <p:ph type="body" orient="vert" idx="1"/>
          </p:nvPr>
        </p:nvSpPr>
        <p:spPr>
          <a:xfrm>
            <a:off x="1143000" y="274640"/>
            <a:ext cx="5562600" cy="5851525"/>
          </a:xfrm>
        </p:spPr>
        <p:txBody>
          <a:bodyPr vert="eaVert"/>
          <a:lstStyle>
            <a:extLst/>
          </a:lstStyle>
          <a:p>
            <a:pPr lvl="0"/>
            <a:r>
              <a:rPr lang="fr-FR" smtClean="0"/>
              <a:t>Cliquez pour modifier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en-US"/>
          </a:p>
        </p:txBody>
      </p:sp>
      <p:sp>
        <p:nvSpPr>
          <p:cNvPr id="4" name="Espace réservé de la date 23"/>
          <p:cNvSpPr>
            <a:spLocks noGrp="1"/>
          </p:cNvSpPr>
          <p:nvPr>
            <p:ph type="dt" sz="half" idx="10"/>
          </p:nvPr>
        </p:nvSpPr>
        <p:spPr/>
        <p:txBody>
          <a:bodyPr/>
          <a:lstStyle>
            <a:lvl1pPr>
              <a:defRPr/>
            </a:lvl1pPr>
          </a:lstStyle>
          <a:p>
            <a:pPr>
              <a:defRPr/>
            </a:pPr>
            <a:fld id="{151005B5-AC6C-4870-82C5-D383A5FE5D2D}" type="datetime1">
              <a:rPr lang="fr-FR"/>
              <a:pPr>
                <a:defRPr/>
              </a:pPr>
              <a:t>25/11/2017</a:t>
            </a:fld>
            <a:r>
              <a:rPr lang="fr-FR"/>
              <a:t>2007-2008</a:t>
            </a:r>
          </a:p>
        </p:txBody>
      </p:sp>
      <p:sp>
        <p:nvSpPr>
          <p:cNvPr id="5" name="Espace réservé du pied de page 9"/>
          <p:cNvSpPr>
            <a:spLocks noGrp="1"/>
          </p:cNvSpPr>
          <p:nvPr>
            <p:ph type="ftr" sz="quarter" idx="11"/>
          </p:nvPr>
        </p:nvSpPr>
        <p:spPr/>
        <p:txBody>
          <a:bodyPr/>
          <a:lstStyle>
            <a:lvl1pPr>
              <a:defRPr/>
            </a:lvl1pPr>
          </a:lstStyle>
          <a:p>
            <a:pPr>
              <a:defRPr/>
            </a:pPr>
            <a:r>
              <a:rPr lang="fr-FR"/>
              <a:t>Y. Ouzrout</a:t>
            </a:r>
          </a:p>
        </p:txBody>
      </p:sp>
      <p:sp>
        <p:nvSpPr>
          <p:cNvPr id="6" name="Espace réservé du numéro de diapositive 21"/>
          <p:cNvSpPr>
            <a:spLocks noGrp="1"/>
          </p:cNvSpPr>
          <p:nvPr>
            <p:ph type="sldNum" sz="quarter" idx="12"/>
          </p:nvPr>
        </p:nvSpPr>
        <p:spPr/>
        <p:txBody>
          <a:bodyPr/>
          <a:lstStyle>
            <a:lvl1pPr>
              <a:defRPr/>
            </a:lvl1pPr>
          </a:lstStyle>
          <a:p>
            <a:pPr>
              <a:defRPr/>
            </a:pPr>
            <a:fld id="{15BEE334-5D8B-4C5D-9B97-36D4BF4B062E}" type="slidenum">
              <a:rPr lang="fr-FR"/>
              <a:pPr>
                <a:defRPr/>
              </a:pPr>
              <a:t>‹N°›</a:t>
            </a:fld>
            <a:endParaRPr lang="fr-F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txAndTwoObj">
  <p:cSld name="Titre. Texte et 2 contenus">
    <p:spTree>
      <p:nvGrpSpPr>
        <p:cNvPr id="1" name=""/>
        <p:cNvGrpSpPr/>
        <p:nvPr/>
      </p:nvGrpSpPr>
      <p:grpSpPr>
        <a:xfrm>
          <a:off x="0" y="0"/>
          <a:ext cx="0" cy="0"/>
          <a:chOff x="0" y="0"/>
          <a:chExt cx="0" cy="0"/>
        </a:xfrm>
      </p:grpSpPr>
      <p:sp>
        <p:nvSpPr>
          <p:cNvPr id="2" name="Titre 1"/>
          <p:cNvSpPr>
            <a:spLocks noGrp="1"/>
          </p:cNvSpPr>
          <p:nvPr>
            <p:ph type="title"/>
          </p:nvPr>
        </p:nvSpPr>
        <p:spPr>
          <a:xfrm>
            <a:off x="457200" y="274638"/>
            <a:ext cx="8229600" cy="1143000"/>
          </a:xfrm>
        </p:spPr>
        <p:txBody>
          <a:bodyPr/>
          <a:lstStyle/>
          <a:p>
            <a:r>
              <a:rPr lang="fr-FR" smtClean="0"/>
              <a:t>Cliquez pour modifier le style du titre</a:t>
            </a:r>
            <a:endParaRPr lang="fr-FR"/>
          </a:p>
        </p:txBody>
      </p:sp>
      <p:sp>
        <p:nvSpPr>
          <p:cNvPr id="3" name="Espace réservé du texte 2"/>
          <p:cNvSpPr>
            <a:spLocks noGrp="1"/>
          </p:cNvSpPr>
          <p:nvPr>
            <p:ph type="body" sz="half" idx="1"/>
          </p:nvPr>
        </p:nvSpPr>
        <p:spPr>
          <a:xfrm>
            <a:off x="457200" y="1600200"/>
            <a:ext cx="4038600" cy="4525963"/>
          </a:xfrm>
        </p:spPr>
        <p:txBody>
          <a:bodyPr/>
          <a:lstStyle/>
          <a:p>
            <a:pPr lvl="0"/>
            <a:r>
              <a:rPr lang="fr-FR" smtClean="0"/>
              <a:t>Cliquez pour modifier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fr-FR"/>
          </a:p>
        </p:txBody>
      </p:sp>
      <p:sp>
        <p:nvSpPr>
          <p:cNvPr id="4" name="Espace réservé du contenu 3"/>
          <p:cNvSpPr>
            <a:spLocks noGrp="1"/>
          </p:cNvSpPr>
          <p:nvPr>
            <p:ph sz="quarter" idx="2"/>
          </p:nvPr>
        </p:nvSpPr>
        <p:spPr>
          <a:xfrm>
            <a:off x="4648200" y="1600200"/>
            <a:ext cx="4038600" cy="2185988"/>
          </a:xfrm>
        </p:spPr>
        <p:txBody>
          <a:bodyPr/>
          <a:lstStyle/>
          <a:p>
            <a:pPr lvl="0"/>
            <a:r>
              <a:rPr lang="fr-FR" smtClean="0"/>
              <a:t>Cliquez pour modifier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fr-FR"/>
          </a:p>
        </p:txBody>
      </p:sp>
      <p:sp>
        <p:nvSpPr>
          <p:cNvPr id="5" name="Espace réservé du contenu 4"/>
          <p:cNvSpPr>
            <a:spLocks noGrp="1"/>
          </p:cNvSpPr>
          <p:nvPr>
            <p:ph sz="quarter" idx="3"/>
          </p:nvPr>
        </p:nvSpPr>
        <p:spPr>
          <a:xfrm>
            <a:off x="4648200" y="3938588"/>
            <a:ext cx="4038600" cy="2187575"/>
          </a:xfrm>
        </p:spPr>
        <p:txBody>
          <a:bodyPr/>
          <a:lstStyle/>
          <a:p>
            <a:pPr lvl="0"/>
            <a:r>
              <a:rPr lang="fr-FR" smtClean="0"/>
              <a:t>Cliquez pour modifier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fr-FR"/>
          </a:p>
        </p:txBody>
      </p:sp>
      <p:sp>
        <p:nvSpPr>
          <p:cNvPr id="6" name="Espace réservé de la date 23"/>
          <p:cNvSpPr>
            <a:spLocks noGrp="1"/>
          </p:cNvSpPr>
          <p:nvPr>
            <p:ph type="dt" sz="half" idx="10"/>
          </p:nvPr>
        </p:nvSpPr>
        <p:spPr/>
        <p:txBody>
          <a:bodyPr/>
          <a:lstStyle>
            <a:lvl1pPr>
              <a:defRPr/>
            </a:lvl1pPr>
          </a:lstStyle>
          <a:p>
            <a:pPr>
              <a:defRPr/>
            </a:pPr>
            <a:fld id="{F8EAB6A0-082E-4A52-83A1-E1EFCFCEA35E}" type="datetime1">
              <a:rPr lang="fr-FR"/>
              <a:pPr>
                <a:defRPr/>
              </a:pPr>
              <a:t>25/11/2017</a:t>
            </a:fld>
            <a:r>
              <a:rPr lang="fr-FR"/>
              <a:t>2007-2008</a:t>
            </a:r>
          </a:p>
        </p:txBody>
      </p:sp>
      <p:sp>
        <p:nvSpPr>
          <p:cNvPr id="7" name="Espace réservé du pied de page 9"/>
          <p:cNvSpPr>
            <a:spLocks noGrp="1"/>
          </p:cNvSpPr>
          <p:nvPr>
            <p:ph type="ftr" sz="quarter" idx="11"/>
          </p:nvPr>
        </p:nvSpPr>
        <p:spPr/>
        <p:txBody>
          <a:bodyPr/>
          <a:lstStyle>
            <a:lvl1pPr>
              <a:defRPr/>
            </a:lvl1pPr>
          </a:lstStyle>
          <a:p>
            <a:pPr>
              <a:defRPr/>
            </a:pPr>
            <a:r>
              <a:rPr lang="fr-FR"/>
              <a:t>Y. Ouzrout</a:t>
            </a:r>
          </a:p>
        </p:txBody>
      </p:sp>
      <p:sp>
        <p:nvSpPr>
          <p:cNvPr id="8" name="Espace réservé du numéro de diapositive 21"/>
          <p:cNvSpPr>
            <a:spLocks noGrp="1"/>
          </p:cNvSpPr>
          <p:nvPr>
            <p:ph type="sldNum" sz="quarter" idx="12"/>
          </p:nvPr>
        </p:nvSpPr>
        <p:spPr/>
        <p:txBody>
          <a:bodyPr/>
          <a:lstStyle>
            <a:lvl1pPr>
              <a:defRPr/>
            </a:lvl1pPr>
          </a:lstStyle>
          <a:p>
            <a:pPr>
              <a:defRPr/>
            </a:pPr>
            <a:fld id="{E8DDA3A2-A965-4FA1-BD0B-67BBD64E0AB9}" type="slidenum">
              <a:rPr lang="fr-FR"/>
              <a:pPr>
                <a:defRPr/>
              </a:pPr>
              <a:t>‹N°›</a:t>
            </a:fld>
            <a:endParaRPr lang="fr-F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xAndObj">
  <p:cSld name="Titre. Texte et contenu">
    <p:spTree>
      <p:nvGrpSpPr>
        <p:cNvPr id="1" name=""/>
        <p:cNvGrpSpPr/>
        <p:nvPr/>
      </p:nvGrpSpPr>
      <p:grpSpPr>
        <a:xfrm>
          <a:off x="0" y="0"/>
          <a:ext cx="0" cy="0"/>
          <a:chOff x="0" y="0"/>
          <a:chExt cx="0" cy="0"/>
        </a:xfrm>
      </p:grpSpPr>
      <p:sp>
        <p:nvSpPr>
          <p:cNvPr id="2" name="Titre 1"/>
          <p:cNvSpPr>
            <a:spLocks noGrp="1"/>
          </p:cNvSpPr>
          <p:nvPr>
            <p:ph type="title"/>
          </p:nvPr>
        </p:nvSpPr>
        <p:spPr>
          <a:xfrm>
            <a:off x="457200" y="274638"/>
            <a:ext cx="8229600" cy="1143000"/>
          </a:xfrm>
        </p:spPr>
        <p:txBody>
          <a:bodyPr/>
          <a:lstStyle/>
          <a:p>
            <a:r>
              <a:rPr lang="fr-FR" smtClean="0"/>
              <a:t>Cliquez pour modifier le style du titre</a:t>
            </a:r>
            <a:endParaRPr lang="fr-FR"/>
          </a:p>
        </p:txBody>
      </p:sp>
      <p:sp>
        <p:nvSpPr>
          <p:cNvPr id="3" name="Espace réservé du texte 2"/>
          <p:cNvSpPr>
            <a:spLocks noGrp="1"/>
          </p:cNvSpPr>
          <p:nvPr>
            <p:ph type="body" sz="half" idx="1"/>
          </p:nvPr>
        </p:nvSpPr>
        <p:spPr>
          <a:xfrm>
            <a:off x="457200" y="1600200"/>
            <a:ext cx="4038600" cy="4525963"/>
          </a:xfrm>
        </p:spPr>
        <p:txBody>
          <a:bodyPr/>
          <a:lstStyle/>
          <a:p>
            <a:pPr lvl="0"/>
            <a:r>
              <a:rPr lang="fr-FR" smtClean="0"/>
              <a:t>Cliquez pour modifier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fr-FR"/>
          </a:p>
        </p:txBody>
      </p:sp>
      <p:sp>
        <p:nvSpPr>
          <p:cNvPr id="4" name="Espace réservé du contenu 3"/>
          <p:cNvSpPr>
            <a:spLocks noGrp="1"/>
          </p:cNvSpPr>
          <p:nvPr>
            <p:ph sz="half" idx="2"/>
          </p:nvPr>
        </p:nvSpPr>
        <p:spPr>
          <a:xfrm>
            <a:off x="4648200" y="1600200"/>
            <a:ext cx="4038600" cy="4525963"/>
          </a:xfrm>
        </p:spPr>
        <p:txBody>
          <a:bodyPr/>
          <a:lstStyle/>
          <a:p>
            <a:pPr lvl="0"/>
            <a:r>
              <a:rPr lang="fr-FR" smtClean="0"/>
              <a:t>Cliquez pour modifier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fr-FR"/>
          </a:p>
        </p:txBody>
      </p:sp>
      <p:sp>
        <p:nvSpPr>
          <p:cNvPr id="5" name="Espace réservé de la date 23"/>
          <p:cNvSpPr>
            <a:spLocks noGrp="1"/>
          </p:cNvSpPr>
          <p:nvPr>
            <p:ph type="dt" sz="half" idx="10"/>
          </p:nvPr>
        </p:nvSpPr>
        <p:spPr/>
        <p:txBody>
          <a:bodyPr/>
          <a:lstStyle>
            <a:lvl1pPr>
              <a:defRPr/>
            </a:lvl1pPr>
          </a:lstStyle>
          <a:p>
            <a:pPr>
              <a:defRPr/>
            </a:pPr>
            <a:fld id="{07D3B045-87FE-4C98-9C05-4BC4F264396A}" type="datetime1">
              <a:rPr lang="fr-FR"/>
              <a:pPr>
                <a:defRPr/>
              </a:pPr>
              <a:t>25/11/2017</a:t>
            </a:fld>
            <a:r>
              <a:rPr lang="fr-FR"/>
              <a:t>2007-2008</a:t>
            </a:r>
          </a:p>
        </p:txBody>
      </p:sp>
      <p:sp>
        <p:nvSpPr>
          <p:cNvPr id="6" name="Espace réservé du pied de page 9"/>
          <p:cNvSpPr>
            <a:spLocks noGrp="1"/>
          </p:cNvSpPr>
          <p:nvPr>
            <p:ph type="ftr" sz="quarter" idx="11"/>
          </p:nvPr>
        </p:nvSpPr>
        <p:spPr/>
        <p:txBody>
          <a:bodyPr/>
          <a:lstStyle>
            <a:lvl1pPr>
              <a:defRPr/>
            </a:lvl1pPr>
          </a:lstStyle>
          <a:p>
            <a:pPr>
              <a:defRPr/>
            </a:pPr>
            <a:r>
              <a:rPr lang="fr-FR"/>
              <a:t>Y. Ouzrout</a:t>
            </a:r>
          </a:p>
        </p:txBody>
      </p:sp>
      <p:sp>
        <p:nvSpPr>
          <p:cNvPr id="7" name="Espace réservé du numéro de diapositive 21"/>
          <p:cNvSpPr>
            <a:spLocks noGrp="1"/>
          </p:cNvSpPr>
          <p:nvPr>
            <p:ph type="sldNum" sz="quarter" idx="12"/>
          </p:nvPr>
        </p:nvSpPr>
        <p:spPr/>
        <p:txBody>
          <a:bodyPr/>
          <a:lstStyle>
            <a:lvl1pPr>
              <a:defRPr/>
            </a:lvl1pPr>
          </a:lstStyle>
          <a:p>
            <a:pPr>
              <a:defRPr/>
            </a:pPr>
            <a:fld id="{2E7490FC-DDF4-4241-A3B1-F073428B156C}" type="slidenum">
              <a:rPr lang="fr-FR"/>
              <a:pPr>
                <a:defRPr/>
              </a:pPr>
              <a:t>‹N°›</a:t>
            </a:fld>
            <a:endParaRPr lang="fr-F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xOverObj">
  <p:cSld name="Titre et texte sur contenu">
    <p:spTree>
      <p:nvGrpSpPr>
        <p:cNvPr id="1" name=""/>
        <p:cNvGrpSpPr/>
        <p:nvPr/>
      </p:nvGrpSpPr>
      <p:grpSpPr>
        <a:xfrm>
          <a:off x="0" y="0"/>
          <a:ext cx="0" cy="0"/>
          <a:chOff x="0" y="0"/>
          <a:chExt cx="0" cy="0"/>
        </a:xfrm>
      </p:grpSpPr>
      <p:sp>
        <p:nvSpPr>
          <p:cNvPr id="2" name="Titre 1"/>
          <p:cNvSpPr>
            <a:spLocks noGrp="1"/>
          </p:cNvSpPr>
          <p:nvPr>
            <p:ph type="title"/>
          </p:nvPr>
        </p:nvSpPr>
        <p:spPr>
          <a:xfrm>
            <a:off x="457200" y="274638"/>
            <a:ext cx="8229600" cy="1143000"/>
          </a:xfrm>
        </p:spPr>
        <p:txBody>
          <a:bodyPr/>
          <a:lstStyle/>
          <a:p>
            <a:r>
              <a:rPr lang="fr-FR" smtClean="0"/>
              <a:t>Cliquez pour modifier le style du titre</a:t>
            </a:r>
            <a:endParaRPr lang="fr-FR"/>
          </a:p>
        </p:txBody>
      </p:sp>
      <p:sp>
        <p:nvSpPr>
          <p:cNvPr id="3" name="Espace réservé du texte 2"/>
          <p:cNvSpPr>
            <a:spLocks noGrp="1"/>
          </p:cNvSpPr>
          <p:nvPr>
            <p:ph type="body" sz="half" idx="1"/>
          </p:nvPr>
        </p:nvSpPr>
        <p:spPr>
          <a:xfrm>
            <a:off x="457200" y="1600200"/>
            <a:ext cx="8229600" cy="2185988"/>
          </a:xfrm>
        </p:spPr>
        <p:txBody>
          <a:bodyPr/>
          <a:lstStyle/>
          <a:p>
            <a:pPr lvl="0"/>
            <a:r>
              <a:rPr lang="fr-FR" smtClean="0"/>
              <a:t>Cliquez pour modifier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fr-FR"/>
          </a:p>
        </p:txBody>
      </p:sp>
      <p:sp>
        <p:nvSpPr>
          <p:cNvPr id="4" name="Espace réservé du contenu 3"/>
          <p:cNvSpPr>
            <a:spLocks noGrp="1"/>
          </p:cNvSpPr>
          <p:nvPr>
            <p:ph sz="half" idx="2"/>
          </p:nvPr>
        </p:nvSpPr>
        <p:spPr>
          <a:xfrm>
            <a:off x="457200" y="3938588"/>
            <a:ext cx="8229600" cy="2187575"/>
          </a:xfrm>
        </p:spPr>
        <p:txBody>
          <a:bodyPr/>
          <a:lstStyle/>
          <a:p>
            <a:pPr lvl="0"/>
            <a:r>
              <a:rPr lang="fr-FR" smtClean="0"/>
              <a:t>Cliquez pour modifier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fr-FR"/>
          </a:p>
        </p:txBody>
      </p:sp>
      <p:sp>
        <p:nvSpPr>
          <p:cNvPr id="5" name="Espace réservé de la date 23"/>
          <p:cNvSpPr>
            <a:spLocks noGrp="1"/>
          </p:cNvSpPr>
          <p:nvPr>
            <p:ph type="dt" sz="half" idx="10"/>
          </p:nvPr>
        </p:nvSpPr>
        <p:spPr/>
        <p:txBody>
          <a:bodyPr/>
          <a:lstStyle>
            <a:lvl1pPr>
              <a:defRPr/>
            </a:lvl1pPr>
          </a:lstStyle>
          <a:p>
            <a:pPr>
              <a:defRPr/>
            </a:pPr>
            <a:fld id="{23FA36C8-2B20-448E-A72C-B0066352DC57}" type="datetime1">
              <a:rPr lang="fr-FR"/>
              <a:pPr>
                <a:defRPr/>
              </a:pPr>
              <a:t>25/11/2017</a:t>
            </a:fld>
            <a:r>
              <a:rPr lang="fr-FR"/>
              <a:t>2007-2008</a:t>
            </a:r>
          </a:p>
        </p:txBody>
      </p:sp>
      <p:sp>
        <p:nvSpPr>
          <p:cNvPr id="6" name="Espace réservé du pied de page 9"/>
          <p:cNvSpPr>
            <a:spLocks noGrp="1"/>
          </p:cNvSpPr>
          <p:nvPr>
            <p:ph type="ftr" sz="quarter" idx="11"/>
          </p:nvPr>
        </p:nvSpPr>
        <p:spPr/>
        <p:txBody>
          <a:bodyPr/>
          <a:lstStyle>
            <a:lvl1pPr>
              <a:defRPr/>
            </a:lvl1pPr>
          </a:lstStyle>
          <a:p>
            <a:pPr>
              <a:defRPr/>
            </a:pPr>
            <a:r>
              <a:rPr lang="fr-FR"/>
              <a:t>Y. Ouzrout</a:t>
            </a:r>
          </a:p>
        </p:txBody>
      </p:sp>
      <p:sp>
        <p:nvSpPr>
          <p:cNvPr id="7" name="Espace réservé du numéro de diapositive 21"/>
          <p:cNvSpPr>
            <a:spLocks noGrp="1"/>
          </p:cNvSpPr>
          <p:nvPr>
            <p:ph type="sldNum" sz="quarter" idx="12"/>
          </p:nvPr>
        </p:nvSpPr>
        <p:spPr/>
        <p:txBody>
          <a:bodyPr/>
          <a:lstStyle>
            <a:lvl1pPr>
              <a:defRPr/>
            </a:lvl1pPr>
          </a:lstStyle>
          <a:p>
            <a:pPr>
              <a:defRPr/>
            </a:pPr>
            <a:fld id="{A1C5DBFF-7BFB-47CA-ADE7-3E2586C85772}" type="slidenum">
              <a:rPr lang="fr-FR"/>
              <a:pPr>
                <a:defRPr/>
              </a:pPr>
              <a:t>‹N°›</a:t>
            </a:fld>
            <a:endParaRPr lang="fr-F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blank" preserve="1">
  <p:cSld name="Vide">
    <p:spTree>
      <p:nvGrpSpPr>
        <p:cNvPr id="1" name=""/>
        <p:cNvGrpSpPr/>
        <p:nvPr/>
      </p:nvGrpSpPr>
      <p:grpSpPr>
        <a:xfrm>
          <a:off x="0" y="0"/>
          <a:ext cx="0" cy="0"/>
          <a:chOff x="0" y="0"/>
          <a:chExt cx="0" cy="0"/>
        </a:xfrm>
      </p:grpSpPr>
      <p:sp>
        <p:nvSpPr>
          <p:cNvPr id="2" name="Espace réservé de la date 23"/>
          <p:cNvSpPr>
            <a:spLocks noGrp="1"/>
          </p:cNvSpPr>
          <p:nvPr>
            <p:ph type="dt" sz="half" idx="10"/>
          </p:nvPr>
        </p:nvSpPr>
        <p:spPr/>
        <p:txBody>
          <a:bodyPr/>
          <a:lstStyle>
            <a:lvl1pPr>
              <a:defRPr/>
            </a:lvl1pPr>
          </a:lstStyle>
          <a:p>
            <a:pPr>
              <a:defRPr/>
            </a:pPr>
            <a:fld id="{D257D09A-1477-489F-8972-93EEF8370007}" type="datetime1">
              <a:rPr lang="fr-FR"/>
              <a:pPr>
                <a:defRPr/>
              </a:pPr>
              <a:t>25/11/2017</a:t>
            </a:fld>
            <a:r>
              <a:rPr lang="fr-FR"/>
              <a:t>2007-2008</a:t>
            </a:r>
          </a:p>
        </p:txBody>
      </p:sp>
      <p:sp>
        <p:nvSpPr>
          <p:cNvPr id="3" name="Espace réservé du pied de page 9"/>
          <p:cNvSpPr>
            <a:spLocks noGrp="1"/>
          </p:cNvSpPr>
          <p:nvPr>
            <p:ph type="ftr" sz="quarter" idx="11"/>
          </p:nvPr>
        </p:nvSpPr>
        <p:spPr/>
        <p:txBody>
          <a:bodyPr/>
          <a:lstStyle>
            <a:lvl1pPr>
              <a:defRPr/>
            </a:lvl1pPr>
          </a:lstStyle>
          <a:p>
            <a:pPr>
              <a:defRPr/>
            </a:pPr>
            <a:r>
              <a:rPr lang="fr-FR"/>
              <a:t>Y. Ouzrout</a:t>
            </a:r>
          </a:p>
        </p:txBody>
      </p:sp>
      <p:sp>
        <p:nvSpPr>
          <p:cNvPr id="4" name="Espace réservé du numéro de diapositive 21"/>
          <p:cNvSpPr>
            <a:spLocks noGrp="1"/>
          </p:cNvSpPr>
          <p:nvPr>
            <p:ph type="sldNum" sz="quarter" idx="12"/>
          </p:nvPr>
        </p:nvSpPr>
        <p:spPr/>
        <p:txBody>
          <a:bodyPr/>
          <a:lstStyle>
            <a:lvl1pPr>
              <a:defRPr/>
            </a:lvl1pPr>
          </a:lstStyle>
          <a:p>
            <a:pPr>
              <a:defRPr/>
            </a:pPr>
            <a:fld id="{741F5267-AF3C-48D0-B2DB-4C918B0BAE5A}" type="slidenum">
              <a:rPr lang="fr-FR"/>
              <a:pPr>
                <a:defRPr/>
              </a:pPr>
              <a:t>‹N°›</a:t>
            </a:fld>
            <a:endParaRPr lang="fr-F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bl" preserve="1">
  <p:cSld name="Titre et tableau">
    <p:spTree>
      <p:nvGrpSpPr>
        <p:cNvPr id="1" name=""/>
        <p:cNvGrpSpPr/>
        <p:nvPr/>
      </p:nvGrpSpPr>
      <p:grpSpPr>
        <a:xfrm>
          <a:off x="0" y="0"/>
          <a:ext cx="0" cy="0"/>
          <a:chOff x="0" y="0"/>
          <a:chExt cx="0" cy="0"/>
        </a:xfrm>
      </p:grpSpPr>
      <p:sp>
        <p:nvSpPr>
          <p:cNvPr id="2" name="Titre 1"/>
          <p:cNvSpPr>
            <a:spLocks noGrp="1"/>
          </p:cNvSpPr>
          <p:nvPr>
            <p:ph type="title"/>
          </p:nvPr>
        </p:nvSpPr>
        <p:spPr>
          <a:xfrm>
            <a:off x="1435100" y="274638"/>
            <a:ext cx="7499350" cy="1143000"/>
          </a:xfrm>
        </p:spPr>
        <p:txBody>
          <a:bodyPr/>
          <a:lstStyle/>
          <a:p>
            <a:r>
              <a:rPr lang="fr-FR" smtClean="0"/>
              <a:t>Cliquez pour modifier le style du titre</a:t>
            </a:r>
            <a:endParaRPr lang="fr-FR"/>
          </a:p>
        </p:txBody>
      </p:sp>
      <p:sp>
        <p:nvSpPr>
          <p:cNvPr id="3" name="Espace réservé du tableau 2"/>
          <p:cNvSpPr>
            <a:spLocks noGrp="1"/>
          </p:cNvSpPr>
          <p:nvPr>
            <p:ph type="tbl" idx="1"/>
          </p:nvPr>
        </p:nvSpPr>
        <p:spPr>
          <a:xfrm>
            <a:off x="1435100" y="1447800"/>
            <a:ext cx="7499350" cy="4800600"/>
          </a:xfrm>
        </p:spPr>
        <p:txBody>
          <a:bodyPr/>
          <a:lstStyle/>
          <a:p>
            <a:pPr lvl="0"/>
            <a:endParaRPr lang="fr-FR" noProof="0"/>
          </a:p>
        </p:txBody>
      </p:sp>
      <p:sp>
        <p:nvSpPr>
          <p:cNvPr id="4" name="Espace réservé de la date 23"/>
          <p:cNvSpPr>
            <a:spLocks noGrp="1"/>
          </p:cNvSpPr>
          <p:nvPr>
            <p:ph type="dt" sz="half" idx="10"/>
          </p:nvPr>
        </p:nvSpPr>
        <p:spPr/>
        <p:txBody>
          <a:bodyPr/>
          <a:lstStyle>
            <a:lvl1pPr>
              <a:defRPr/>
            </a:lvl1pPr>
          </a:lstStyle>
          <a:p>
            <a:pPr>
              <a:defRPr/>
            </a:pPr>
            <a:fld id="{5FEA5332-0C33-4338-B40E-8DC8E9C9F315}" type="datetime1">
              <a:rPr lang="fr-FR"/>
              <a:pPr>
                <a:defRPr/>
              </a:pPr>
              <a:t>25/11/2017</a:t>
            </a:fld>
            <a:r>
              <a:rPr lang="fr-FR"/>
              <a:t>2007-2008</a:t>
            </a:r>
          </a:p>
        </p:txBody>
      </p:sp>
      <p:sp>
        <p:nvSpPr>
          <p:cNvPr id="5" name="Espace réservé du pied de page 9"/>
          <p:cNvSpPr>
            <a:spLocks noGrp="1"/>
          </p:cNvSpPr>
          <p:nvPr>
            <p:ph type="ftr" sz="quarter" idx="11"/>
          </p:nvPr>
        </p:nvSpPr>
        <p:spPr/>
        <p:txBody>
          <a:bodyPr/>
          <a:lstStyle>
            <a:lvl1pPr>
              <a:defRPr/>
            </a:lvl1pPr>
          </a:lstStyle>
          <a:p>
            <a:pPr>
              <a:defRPr/>
            </a:pPr>
            <a:r>
              <a:rPr lang="fr-FR"/>
              <a:t>Y. Ouzrout</a:t>
            </a:r>
          </a:p>
        </p:txBody>
      </p:sp>
      <p:sp>
        <p:nvSpPr>
          <p:cNvPr id="6" name="Espace réservé du numéro de diapositive 21"/>
          <p:cNvSpPr>
            <a:spLocks noGrp="1"/>
          </p:cNvSpPr>
          <p:nvPr>
            <p:ph type="sldNum" sz="quarter" idx="12"/>
          </p:nvPr>
        </p:nvSpPr>
        <p:spPr/>
        <p:txBody>
          <a:bodyPr/>
          <a:lstStyle>
            <a:lvl1pPr>
              <a:defRPr/>
            </a:lvl1pPr>
          </a:lstStyle>
          <a:p>
            <a:pPr>
              <a:defRPr/>
            </a:pPr>
            <a:fld id="{D3BE68B2-E04B-45E1-B9EB-2A4357D0499A}" type="slidenum">
              <a:rPr lang="fr-FR"/>
              <a:pPr>
                <a:defRPr/>
              </a:pPr>
              <a:t>‹N°›</a:t>
            </a:fld>
            <a:endParaRPr lang="fr-F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6"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sp>
        <p:nvSpPr>
          <p:cNvPr id="7" name="Secteurs 6"/>
          <p:cNvSpPr/>
          <p:nvPr/>
        </p:nvSpPr>
        <p:spPr>
          <a:xfrm>
            <a:off x="-815975" y="-815975"/>
            <a:ext cx="1638300" cy="1638300"/>
          </a:xfrm>
          <a:prstGeom prst="pie">
            <a:avLst>
              <a:gd name="adj1" fmla="val 0"/>
              <a:gd name="adj2" fmla="val 5402120"/>
            </a:avLst>
          </a:prstGeom>
          <a:solidFill>
            <a:schemeClr val="bg2">
              <a:tint val="18000"/>
              <a:satMod val="220000"/>
              <a:alpha val="33000"/>
            </a:schemeClr>
          </a:solidFill>
          <a:ln w="3175" cap="rnd" cmpd="sng" algn="ctr">
            <a:solidFill>
              <a:schemeClr val="bg2">
                <a:shade val="70000"/>
                <a:satMod val="200000"/>
                <a:alpha val="100000"/>
              </a:schemeClr>
            </a:solidFill>
            <a:prstDash val="solid"/>
          </a:ln>
          <a:effectLst/>
        </p:spPr>
        <p:style>
          <a:lnRef idx="3">
            <a:schemeClr val="lt1"/>
          </a:lnRef>
          <a:fillRef idx="1">
            <a:schemeClr val="accent1"/>
          </a:fillRef>
          <a:effectRef idx="1">
            <a:schemeClr val="accent1"/>
          </a:effectRef>
          <a:fontRef idx="minor">
            <a:schemeClr val="lt1"/>
          </a:fontRef>
        </p:style>
        <p:txBody>
          <a:bodyPr anchor="ctr"/>
          <a:lstStyle>
            <a:extLst/>
          </a:lstStyle>
          <a:p>
            <a:pPr algn="ctr" fontAlgn="auto">
              <a:spcBef>
                <a:spcPts val="0"/>
              </a:spcBef>
              <a:spcAft>
                <a:spcPts val="0"/>
              </a:spcAft>
              <a:defRPr/>
            </a:pPr>
            <a:endParaRPr lang="en-US"/>
          </a:p>
        </p:txBody>
      </p:sp>
      <p:sp>
        <p:nvSpPr>
          <p:cNvPr id="8" name="Ellipse 7"/>
          <p:cNvSpPr/>
          <p:nvPr/>
        </p:nvSpPr>
        <p:spPr>
          <a:xfrm>
            <a:off x="168275" y="20638"/>
            <a:ext cx="1703388" cy="1703387"/>
          </a:xfrm>
          <a:prstGeom prst="ellipse">
            <a:avLst/>
          </a:prstGeom>
          <a:noFill/>
          <a:ln w="27305" cap="rnd" cmpd="sng" algn="ctr">
            <a:solidFill>
              <a:schemeClr val="bg2">
                <a:tint val="45000"/>
                <a:satMod val="325000"/>
                <a:alpha val="100000"/>
              </a:schemeClr>
            </a:solidFill>
            <a:prstDash val="solid"/>
          </a:ln>
          <a:effectLst>
            <a:outerShdw blurRad="25400" dist="25400" dir="5400000" algn="tl" rotWithShape="0">
              <a:schemeClr val="bg2">
                <a:shade val="50000"/>
                <a:satMod val="150000"/>
                <a:alpha val="85000"/>
              </a:schemeClr>
            </a:outerShdw>
          </a:effectLst>
        </p:spPr>
        <p:style>
          <a:lnRef idx="3">
            <a:schemeClr val="lt1"/>
          </a:lnRef>
          <a:fillRef idx="1">
            <a:schemeClr val="accent1"/>
          </a:fillRef>
          <a:effectRef idx="1">
            <a:schemeClr val="accent1"/>
          </a:effectRef>
          <a:fontRef idx="minor">
            <a:schemeClr val="lt1"/>
          </a:fontRef>
        </p:style>
        <p:txBody>
          <a:bodyPr anchor="ctr"/>
          <a:lstStyle>
            <a:extLst/>
          </a:lstStyle>
          <a:p>
            <a:pPr algn="ctr" fontAlgn="auto">
              <a:spcBef>
                <a:spcPts val="0"/>
              </a:spcBef>
              <a:spcAft>
                <a:spcPts val="0"/>
              </a:spcAft>
              <a:defRPr/>
            </a:pPr>
            <a:endParaRPr lang="en-US"/>
          </a:p>
        </p:txBody>
      </p:sp>
      <p:sp>
        <p:nvSpPr>
          <p:cNvPr id="11" name="Bouée 10"/>
          <p:cNvSpPr/>
          <p:nvPr/>
        </p:nvSpPr>
        <p:spPr>
          <a:xfrm rot="2315675">
            <a:off x="182881" y="1055077"/>
            <a:ext cx="1125717" cy="1102624"/>
          </a:xfrm>
          <a:prstGeom prst="donut">
            <a:avLst>
              <a:gd name="adj" fmla="val 11833"/>
            </a:avLst>
          </a:prstGeom>
          <a:gradFill rotWithShape="1">
            <a:gsLst>
              <a:gs pos="0">
                <a:schemeClr val="bg2">
                  <a:tint val="10000"/>
                  <a:shade val="99000"/>
                  <a:satMod val="355000"/>
                  <a:alpha val="70000"/>
                </a:schemeClr>
              </a:gs>
              <a:gs pos="70000">
                <a:schemeClr val="bg2">
                  <a:tint val="6000"/>
                  <a:shade val="100000"/>
                  <a:satMod val="400000"/>
                  <a:alpha val="55000"/>
                </a:schemeClr>
              </a:gs>
              <a:gs pos="100000">
                <a:schemeClr val="bg2">
                  <a:tint val="100000"/>
                  <a:shade val="75000"/>
                  <a:satMod val="370000"/>
                  <a:alpha val="60000"/>
                </a:schemeClr>
              </a:gs>
            </a:gsLst>
            <a:path path="circle">
              <a:fillToRect l="-407500" t="-50000" r="507500" b="150000"/>
            </a:path>
          </a:gradFill>
          <a:ln w="7350" cap="rnd" cmpd="sng" algn="ctr">
            <a:solidFill>
              <a:schemeClr val="bg2">
                <a:shade val="60000"/>
                <a:satMod val="220000"/>
                <a:alpha val="100000"/>
              </a:schemeClr>
            </a:solidFill>
            <a:prstDash val="solid"/>
          </a:ln>
          <a:effectLst>
            <a:outerShdw blurRad="12700" dist="15000" dir="4500000" algn="tl" rotWithShape="0">
              <a:schemeClr val="bg2">
                <a:shade val="10000"/>
                <a:satMod val="200000"/>
                <a:alpha val="35000"/>
              </a:schemeClr>
            </a:outerShdw>
          </a:effectLst>
        </p:spPr>
        <p:style>
          <a:lnRef idx="3">
            <a:schemeClr val="lt1"/>
          </a:lnRef>
          <a:fillRef idx="1">
            <a:schemeClr val="accent1"/>
          </a:fillRef>
          <a:effectRef idx="1">
            <a:schemeClr val="accent1"/>
          </a:effectRef>
          <a:fontRef idx="minor">
            <a:schemeClr val="lt1"/>
          </a:fontRef>
        </p:style>
        <p:txBody>
          <a:bodyPr anchor="ctr"/>
          <a:lstStyle>
            <a:extLst/>
          </a:lstStyle>
          <a:p>
            <a:pPr algn="ctr" fontAlgn="auto">
              <a:spcBef>
                <a:spcPts val="0"/>
              </a:spcBef>
              <a:spcAft>
                <a:spcPts val="0"/>
              </a:spcAft>
              <a:defRPr/>
            </a:pPr>
            <a:endParaRPr lang="en-US"/>
          </a:p>
        </p:txBody>
      </p:sp>
      <p:sp>
        <p:nvSpPr>
          <p:cNvPr id="12" name="Rectangle 11"/>
          <p:cNvSpPr/>
          <p:nvPr/>
        </p:nvSpPr>
        <p:spPr>
          <a:xfrm>
            <a:off x="1012825" y="0"/>
            <a:ext cx="8131175" cy="6858000"/>
          </a:xfrm>
          <a:prstGeom prst="rect">
            <a:avLst/>
          </a:prstGeom>
          <a:solidFill>
            <a:schemeClr val="bg1"/>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extLst/>
          </a:lstStyle>
          <a:p>
            <a:pPr algn="ctr" fontAlgn="auto">
              <a:spcBef>
                <a:spcPts val="0"/>
              </a:spcBef>
              <a:spcAft>
                <a:spcPts val="0"/>
              </a:spcAft>
              <a:defRPr/>
            </a:pPr>
            <a:endParaRPr lang="en-US"/>
          </a:p>
        </p:txBody>
      </p:sp>
      <p:sp>
        <p:nvSpPr>
          <p:cNvPr id="5" name="Espace réservé du titre 4"/>
          <p:cNvSpPr>
            <a:spLocks noGrp="1"/>
          </p:cNvSpPr>
          <p:nvPr>
            <p:ph type="title"/>
          </p:nvPr>
        </p:nvSpPr>
        <p:spPr>
          <a:xfrm>
            <a:off x="1435100" y="274638"/>
            <a:ext cx="7499350" cy="1143000"/>
          </a:xfrm>
          <a:prstGeom prst="rect">
            <a:avLst/>
          </a:prstGeom>
        </p:spPr>
        <p:txBody>
          <a:bodyPr anchor="ctr">
            <a:normAutofit/>
          </a:bodyPr>
          <a:lstStyle>
            <a:extLst/>
          </a:lstStyle>
          <a:p>
            <a:r>
              <a:rPr lang="fr-FR" smtClean="0"/>
              <a:t>Cliquez pour modifier le style du titre</a:t>
            </a:r>
            <a:endParaRPr lang="en-US"/>
          </a:p>
        </p:txBody>
      </p:sp>
      <p:sp>
        <p:nvSpPr>
          <p:cNvPr id="1033" name="Espace réservé du texte 8"/>
          <p:cNvSpPr>
            <a:spLocks noGrp="1"/>
          </p:cNvSpPr>
          <p:nvPr>
            <p:ph type="body" idx="1"/>
          </p:nvPr>
        </p:nvSpPr>
        <p:spPr bwMode="auto">
          <a:xfrm>
            <a:off x="1435100" y="1447800"/>
            <a:ext cx="7499350" cy="480060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fr-FR" smtClean="0"/>
              <a:t>Cliquez pour modifier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en-US" smtClean="0"/>
          </a:p>
        </p:txBody>
      </p:sp>
      <p:sp>
        <p:nvSpPr>
          <p:cNvPr id="24" name="Espace réservé de la date 23"/>
          <p:cNvSpPr>
            <a:spLocks noGrp="1"/>
          </p:cNvSpPr>
          <p:nvPr>
            <p:ph type="dt" sz="half" idx="2"/>
          </p:nvPr>
        </p:nvSpPr>
        <p:spPr>
          <a:xfrm>
            <a:off x="3581400" y="6305550"/>
            <a:ext cx="2133600" cy="476250"/>
          </a:xfrm>
          <a:prstGeom prst="rect">
            <a:avLst/>
          </a:prstGeom>
        </p:spPr>
        <p:txBody>
          <a:bodyPr vert="horz" wrap="square" lIns="91440" tIns="45720" rIns="91440" bIns="45720" numCol="1" anchor="b" anchorCtr="0" compatLnSpc="1">
            <a:prstTxWarp prst="textNoShape">
              <a:avLst/>
            </a:prstTxWarp>
          </a:bodyPr>
          <a:lstStyle>
            <a:lvl1pPr algn="r">
              <a:defRPr sz="1200">
                <a:solidFill>
                  <a:srgbClr val="B5A788"/>
                </a:solidFill>
                <a:latin typeface="Gill Sans MT" pitchFamily="34" charset="0"/>
              </a:defRPr>
            </a:lvl1pPr>
          </a:lstStyle>
          <a:p>
            <a:pPr>
              <a:defRPr/>
            </a:pPr>
            <a:fld id="{8B3079D6-9B39-414F-9B5D-0E276C2D008C}" type="datetime1">
              <a:rPr lang="fr-FR"/>
              <a:pPr>
                <a:defRPr/>
              </a:pPr>
              <a:t>25/11/2017</a:t>
            </a:fld>
            <a:r>
              <a:rPr lang="fr-FR"/>
              <a:t>2007-2008</a:t>
            </a:r>
          </a:p>
        </p:txBody>
      </p:sp>
      <p:sp>
        <p:nvSpPr>
          <p:cNvPr id="10" name="Espace réservé du pied de page 9"/>
          <p:cNvSpPr>
            <a:spLocks noGrp="1"/>
          </p:cNvSpPr>
          <p:nvPr>
            <p:ph type="ftr" sz="quarter" idx="3"/>
          </p:nvPr>
        </p:nvSpPr>
        <p:spPr>
          <a:xfrm>
            <a:off x="5715000" y="6305550"/>
            <a:ext cx="2895600" cy="476250"/>
          </a:xfrm>
          <a:prstGeom prst="rect">
            <a:avLst/>
          </a:prstGeom>
        </p:spPr>
        <p:txBody>
          <a:bodyPr vert="horz" wrap="square" lIns="91440" tIns="45720" rIns="91440" bIns="45720" numCol="1" anchor="b" anchorCtr="0" compatLnSpc="1">
            <a:prstTxWarp prst="textNoShape">
              <a:avLst/>
            </a:prstTxWarp>
          </a:bodyPr>
          <a:lstStyle>
            <a:lvl1pPr>
              <a:defRPr sz="1200">
                <a:solidFill>
                  <a:srgbClr val="B5A788"/>
                </a:solidFill>
                <a:latin typeface="Gill Sans MT" pitchFamily="34" charset="0"/>
              </a:defRPr>
            </a:lvl1pPr>
          </a:lstStyle>
          <a:p>
            <a:pPr>
              <a:defRPr/>
            </a:pPr>
            <a:r>
              <a:rPr lang="fr-FR"/>
              <a:t>Y. Ouzrout</a:t>
            </a:r>
          </a:p>
        </p:txBody>
      </p:sp>
      <p:sp>
        <p:nvSpPr>
          <p:cNvPr id="22" name="Espace réservé du numéro de diapositive 21"/>
          <p:cNvSpPr>
            <a:spLocks noGrp="1"/>
          </p:cNvSpPr>
          <p:nvPr>
            <p:ph type="sldNum" sz="quarter" idx="4"/>
          </p:nvPr>
        </p:nvSpPr>
        <p:spPr>
          <a:xfrm>
            <a:off x="8613775" y="6305550"/>
            <a:ext cx="457200" cy="476250"/>
          </a:xfrm>
          <a:prstGeom prst="rect">
            <a:avLst/>
          </a:prstGeom>
        </p:spPr>
        <p:txBody>
          <a:bodyPr anchor="b"/>
          <a:lstStyle>
            <a:lvl1pPr algn="ctr" eaLnBrk="1" fontAlgn="auto" latinLnBrk="0" hangingPunct="1">
              <a:spcBef>
                <a:spcPts val="0"/>
              </a:spcBef>
              <a:spcAft>
                <a:spcPts val="0"/>
              </a:spcAft>
              <a:defRPr kumimoji="0" sz="1200">
                <a:solidFill>
                  <a:schemeClr val="bg2">
                    <a:shade val="50000"/>
                    <a:satMod val="200000"/>
                  </a:schemeClr>
                </a:solidFill>
                <a:effectLst/>
                <a:latin typeface="+mn-lt"/>
              </a:defRPr>
            </a:lvl1pPr>
            <a:extLst/>
          </a:lstStyle>
          <a:p>
            <a:pPr>
              <a:defRPr/>
            </a:pPr>
            <a:fld id="{2949DA9E-F75E-423A-85A7-4E229648123D}" type="slidenum">
              <a:rPr lang="fr-FR"/>
              <a:pPr>
                <a:defRPr/>
              </a:pPr>
              <a:t>‹N°›</a:t>
            </a:fld>
            <a:endParaRPr lang="fr-FR"/>
          </a:p>
        </p:txBody>
      </p:sp>
      <p:sp>
        <p:nvSpPr>
          <p:cNvPr id="15" name="Rectangle 14"/>
          <p:cNvSpPr/>
          <p:nvPr/>
        </p:nvSpPr>
        <p:spPr bwMode="invGray">
          <a:xfrm>
            <a:off x="1014413" y="0"/>
            <a:ext cx="73025" cy="6858000"/>
          </a:xfrm>
          <a:prstGeom prst="rect">
            <a:avLst/>
          </a:prstGeom>
          <a:solidFill>
            <a:schemeClr val="bg1"/>
          </a:solidFill>
          <a:ln w="25400" cap="rnd" cmpd="sng" algn="ctr">
            <a:noFill/>
            <a:prstDash val="solid"/>
          </a:ln>
          <a:effectLst>
            <a:outerShdw blurRad="38550" dist="38000" dir="10800000" algn="tl" rotWithShape="0">
              <a:schemeClr val="bg2">
                <a:shade val="20000"/>
                <a:satMod val="110000"/>
                <a:alpha val="25000"/>
              </a:schemeClr>
            </a:outerShdw>
          </a:effectLst>
        </p:spPr>
        <p:style>
          <a:lnRef idx="3">
            <a:schemeClr val="lt1"/>
          </a:lnRef>
          <a:fillRef idx="1">
            <a:schemeClr val="accent1"/>
          </a:fillRef>
          <a:effectRef idx="1">
            <a:schemeClr val="accent1"/>
          </a:effectRef>
          <a:fontRef idx="minor">
            <a:schemeClr val="lt1"/>
          </a:fontRef>
        </p:style>
        <p:txBody>
          <a:bodyPr anchor="ctr"/>
          <a:lstStyle>
            <a:extLst/>
          </a:lstStyle>
          <a:p>
            <a:pPr algn="ctr" fontAlgn="auto">
              <a:spcBef>
                <a:spcPts val="0"/>
              </a:spcBef>
              <a:spcAft>
                <a:spcPts val="0"/>
              </a:spcAft>
              <a:defRPr/>
            </a:pPr>
            <a:endParaRPr lang="en-US"/>
          </a:p>
        </p:txBody>
      </p:sp>
    </p:spTree>
  </p:cSld>
  <p:clrMap bg1="lt1" tx1="dk1" bg2="lt2" tx2="dk2" accent1="accent1" accent2="accent2" accent3="accent3" accent4="accent4" accent5="accent5" accent6="accent6" hlink="hlink" folHlink="folHlink"/>
  <p:sldLayoutIdLst>
    <p:sldLayoutId id="2147483756" r:id="rId1"/>
    <p:sldLayoutId id="2147483746" r:id="rId2"/>
    <p:sldLayoutId id="2147483757" r:id="rId3"/>
    <p:sldLayoutId id="2147483747" r:id="rId4"/>
    <p:sldLayoutId id="2147483758" r:id="rId5"/>
    <p:sldLayoutId id="2147483748" r:id="rId6"/>
    <p:sldLayoutId id="2147483759" r:id="rId7"/>
    <p:sldLayoutId id="2147483760" r:id="rId8"/>
    <p:sldLayoutId id="2147483749" r:id="rId9"/>
    <p:sldLayoutId id="2147483750" r:id="rId10"/>
    <p:sldLayoutId id="2147483751" r:id="rId11"/>
    <p:sldLayoutId id="2147483752" r:id="rId12"/>
    <p:sldLayoutId id="2147483753" r:id="rId13"/>
    <p:sldLayoutId id="2147483754" r:id="rId14"/>
    <p:sldLayoutId id="2147483755" r:id="rId15"/>
  </p:sldLayoutIdLst>
  <p:hf hdr="0" ftr="0" dt="0"/>
  <p:txStyles>
    <p:titleStyle>
      <a:lvl1pPr algn="l" rtl="0" eaLnBrk="0" fontAlgn="base" hangingPunct="0">
        <a:spcBef>
          <a:spcPct val="0"/>
        </a:spcBef>
        <a:spcAft>
          <a:spcPct val="0"/>
        </a:spcAft>
        <a:defRPr sz="4300" kern="1200">
          <a:solidFill>
            <a:srgbClr val="572314"/>
          </a:solidFill>
          <a:effectLst>
            <a:outerShdw blurRad="50000" dist="30000" dir="5400000" algn="tl" rotWithShape="0">
              <a:srgbClr val="000000">
                <a:alpha val="30000"/>
              </a:srgbClr>
            </a:outerShdw>
          </a:effectLst>
          <a:latin typeface="+mj-lt"/>
          <a:ea typeface="+mj-ea"/>
          <a:cs typeface="+mj-cs"/>
        </a:defRPr>
      </a:lvl1pPr>
      <a:lvl2pPr algn="l" rtl="0" eaLnBrk="0" fontAlgn="base" hangingPunct="0">
        <a:spcBef>
          <a:spcPct val="0"/>
        </a:spcBef>
        <a:spcAft>
          <a:spcPct val="0"/>
        </a:spcAft>
        <a:defRPr sz="4300">
          <a:solidFill>
            <a:srgbClr val="572314"/>
          </a:solidFill>
          <a:latin typeface="Gill Sans MT" pitchFamily="34" charset="0"/>
        </a:defRPr>
      </a:lvl2pPr>
      <a:lvl3pPr algn="l" rtl="0" eaLnBrk="0" fontAlgn="base" hangingPunct="0">
        <a:spcBef>
          <a:spcPct val="0"/>
        </a:spcBef>
        <a:spcAft>
          <a:spcPct val="0"/>
        </a:spcAft>
        <a:defRPr sz="4300">
          <a:solidFill>
            <a:srgbClr val="572314"/>
          </a:solidFill>
          <a:latin typeface="Gill Sans MT" pitchFamily="34" charset="0"/>
        </a:defRPr>
      </a:lvl3pPr>
      <a:lvl4pPr algn="l" rtl="0" eaLnBrk="0" fontAlgn="base" hangingPunct="0">
        <a:spcBef>
          <a:spcPct val="0"/>
        </a:spcBef>
        <a:spcAft>
          <a:spcPct val="0"/>
        </a:spcAft>
        <a:defRPr sz="4300">
          <a:solidFill>
            <a:srgbClr val="572314"/>
          </a:solidFill>
          <a:latin typeface="Gill Sans MT" pitchFamily="34" charset="0"/>
        </a:defRPr>
      </a:lvl4pPr>
      <a:lvl5pPr algn="l" rtl="0" eaLnBrk="0" fontAlgn="base" hangingPunct="0">
        <a:spcBef>
          <a:spcPct val="0"/>
        </a:spcBef>
        <a:spcAft>
          <a:spcPct val="0"/>
        </a:spcAft>
        <a:defRPr sz="4300">
          <a:solidFill>
            <a:srgbClr val="572314"/>
          </a:solidFill>
          <a:latin typeface="Gill Sans MT" pitchFamily="34" charset="0"/>
        </a:defRPr>
      </a:lvl5pPr>
      <a:lvl6pPr marL="457200" algn="l" rtl="0" fontAlgn="base">
        <a:spcBef>
          <a:spcPct val="0"/>
        </a:spcBef>
        <a:spcAft>
          <a:spcPct val="0"/>
        </a:spcAft>
        <a:defRPr sz="4300">
          <a:solidFill>
            <a:srgbClr val="572314"/>
          </a:solidFill>
          <a:latin typeface="Gill Sans MT" pitchFamily="34" charset="0"/>
        </a:defRPr>
      </a:lvl6pPr>
      <a:lvl7pPr marL="914400" algn="l" rtl="0" fontAlgn="base">
        <a:spcBef>
          <a:spcPct val="0"/>
        </a:spcBef>
        <a:spcAft>
          <a:spcPct val="0"/>
        </a:spcAft>
        <a:defRPr sz="4300">
          <a:solidFill>
            <a:srgbClr val="572314"/>
          </a:solidFill>
          <a:latin typeface="Gill Sans MT" pitchFamily="34" charset="0"/>
        </a:defRPr>
      </a:lvl7pPr>
      <a:lvl8pPr marL="1371600" algn="l" rtl="0" fontAlgn="base">
        <a:spcBef>
          <a:spcPct val="0"/>
        </a:spcBef>
        <a:spcAft>
          <a:spcPct val="0"/>
        </a:spcAft>
        <a:defRPr sz="4300">
          <a:solidFill>
            <a:srgbClr val="572314"/>
          </a:solidFill>
          <a:latin typeface="Gill Sans MT" pitchFamily="34" charset="0"/>
        </a:defRPr>
      </a:lvl8pPr>
      <a:lvl9pPr marL="1828800" algn="l" rtl="0" fontAlgn="base">
        <a:spcBef>
          <a:spcPct val="0"/>
        </a:spcBef>
        <a:spcAft>
          <a:spcPct val="0"/>
        </a:spcAft>
        <a:defRPr sz="4300">
          <a:solidFill>
            <a:srgbClr val="572314"/>
          </a:solidFill>
          <a:latin typeface="Gill Sans MT" pitchFamily="34" charset="0"/>
        </a:defRPr>
      </a:lvl9pPr>
      <a:extLst/>
    </p:titleStyle>
    <p:bodyStyle>
      <a:lvl1pPr marL="365125" indent="-282575" algn="l" rtl="0" eaLnBrk="0" fontAlgn="base" hangingPunct="0">
        <a:spcBef>
          <a:spcPts val="600"/>
        </a:spcBef>
        <a:spcAft>
          <a:spcPct val="0"/>
        </a:spcAft>
        <a:buClr>
          <a:schemeClr val="accent1"/>
        </a:buClr>
        <a:buSzPct val="80000"/>
        <a:buFont typeface="Wingdings 2" pitchFamily="18" charset="2"/>
        <a:buChar char=""/>
        <a:defRPr sz="3200" kern="1200">
          <a:solidFill>
            <a:schemeClr val="tx1"/>
          </a:solidFill>
          <a:latin typeface="+mn-lt"/>
          <a:ea typeface="+mn-ea"/>
          <a:cs typeface="+mn-cs"/>
        </a:defRPr>
      </a:lvl1pPr>
      <a:lvl2pPr marL="639763" indent="-236538" algn="l" rtl="0" eaLnBrk="0" fontAlgn="base" hangingPunct="0">
        <a:spcBef>
          <a:spcPts val="550"/>
        </a:spcBef>
        <a:spcAft>
          <a:spcPct val="0"/>
        </a:spcAft>
        <a:buClr>
          <a:schemeClr val="accent1"/>
        </a:buClr>
        <a:buFont typeface="Verdana" pitchFamily="34" charset="0"/>
        <a:buChar char="◦"/>
        <a:defRPr sz="2800" kern="1200">
          <a:solidFill>
            <a:schemeClr val="tx1"/>
          </a:solidFill>
          <a:latin typeface="+mn-lt"/>
          <a:ea typeface="+mn-ea"/>
          <a:cs typeface="+mn-cs"/>
        </a:defRPr>
      </a:lvl2pPr>
      <a:lvl3pPr marL="885825" indent="-228600" algn="l" rtl="0" eaLnBrk="0" fontAlgn="base" hangingPunct="0">
        <a:spcBef>
          <a:spcPct val="20000"/>
        </a:spcBef>
        <a:spcAft>
          <a:spcPct val="0"/>
        </a:spcAft>
        <a:buClr>
          <a:schemeClr val="accent2"/>
        </a:buClr>
        <a:buFont typeface="Wingdings 2" pitchFamily="18" charset="2"/>
        <a:buChar char=""/>
        <a:defRPr sz="2400" kern="1200">
          <a:solidFill>
            <a:schemeClr val="tx1"/>
          </a:solidFill>
          <a:latin typeface="+mn-lt"/>
          <a:ea typeface="+mn-ea"/>
          <a:cs typeface="+mn-cs"/>
        </a:defRPr>
      </a:lvl3pPr>
      <a:lvl4pPr marL="1096963" indent="-173038" algn="l" rtl="0" eaLnBrk="0" fontAlgn="base" hangingPunct="0">
        <a:spcBef>
          <a:spcPct val="20000"/>
        </a:spcBef>
        <a:spcAft>
          <a:spcPct val="0"/>
        </a:spcAft>
        <a:buClr>
          <a:srgbClr val="C32D2E"/>
        </a:buClr>
        <a:buFont typeface="Wingdings 2" pitchFamily="18" charset="2"/>
        <a:buChar char=""/>
        <a:defRPr sz="2000" kern="1200">
          <a:solidFill>
            <a:schemeClr val="tx1"/>
          </a:solidFill>
          <a:latin typeface="+mn-lt"/>
          <a:ea typeface="+mn-ea"/>
          <a:cs typeface="+mn-cs"/>
        </a:defRPr>
      </a:lvl4pPr>
      <a:lvl5pPr marL="1296988" indent="-182563" algn="l" rtl="0" eaLnBrk="0" fontAlgn="base" hangingPunct="0">
        <a:spcBef>
          <a:spcPct val="20000"/>
        </a:spcBef>
        <a:spcAft>
          <a:spcPct val="0"/>
        </a:spcAft>
        <a:buClr>
          <a:srgbClr val="84AA33"/>
        </a:buClr>
        <a:buFont typeface="Wingdings 2" pitchFamily="18" charset="2"/>
        <a:buChar char=""/>
        <a:defRPr sz="2000" kern="1200">
          <a:solidFill>
            <a:schemeClr val="tx1"/>
          </a:solidFill>
          <a:latin typeface="+mn-lt"/>
          <a:ea typeface="+mn-ea"/>
          <a:cs typeface="+mn-cs"/>
        </a:defRPr>
      </a:lvl5pPr>
      <a:lvl6pPr marL="1508760" indent="-182880" algn="l" rtl="0" eaLnBrk="1" latinLnBrk="0" hangingPunct="1">
        <a:lnSpc>
          <a:spcPct val="100000"/>
        </a:lnSpc>
        <a:spcBef>
          <a:spcPct val="20000"/>
        </a:spcBef>
        <a:buClr>
          <a:schemeClr val="accent5"/>
        </a:buClr>
        <a:buFont typeface="Wingdings 2"/>
        <a:buChar char=""/>
        <a:defRPr kumimoji="0" sz="2000" kern="1200">
          <a:solidFill>
            <a:schemeClr val="tx1"/>
          </a:solidFill>
          <a:latin typeface="+mn-lt"/>
          <a:ea typeface="+mn-ea"/>
          <a:cs typeface="+mn-cs"/>
        </a:defRPr>
      </a:lvl6pPr>
      <a:lvl7pPr marL="1719072" indent="-182880" algn="l" rtl="0" eaLnBrk="1" latinLnBrk="0" hangingPunct="1">
        <a:lnSpc>
          <a:spcPct val="100000"/>
        </a:lnSpc>
        <a:spcBef>
          <a:spcPct val="20000"/>
        </a:spcBef>
        <a:buClr>
          <a:schemeClr val="accent6"/>
        </a:buClr>
        <a:buFont typeface="Wingdings 2"/>
        <a:buChar char=""/>
        <a:defRPr kumimoji="0" sz="2000" kern="1200">
          <a:solidFill>
            <a:schemeClr val="tx1"/>
          </a:solidFill>
          <a:latin typeface="+mn-lt"/>
          <a:ea typeface="+mn-ea"/>
          <a:cs typeface="+mn-cs"/>
        </a:defRPr>
      </a:lvl7pPr>
      <a:lvl8pPr marL="1920240" indent="-182880" algn="l" rtl="0" eaLnBrk="1" latinLnBrk="0" hangingPunct="1">
        <a:lnSpc>
          <a:spcPct val="100000"/>
        </a:lnSpc>
        <a:spcBef>
          <a:spcPct val="20000"/>
        </a:spcBef>
        <a:buClr>
          <a:schemeClr val="accent6"/>
        </a:buClr>
        <a:buFont typeface="Wingdings 2"/>
        <a:buChar char=""/>
        <a:defRPr kumimoji="0" sz="2000" kern="1200">
          <a:solidFill>
            <a:schemeClr val="tx1"/>
          </a:solidFill>
          <a:latin typeface="+mn-lt"/>
          <a:ea typeface="+mn-ea"/>
          <a:cs typeface="+mn-cs"/>
        </a:defRPr>
      </a:lvl8pPr>
      <a:lvl9pPr marL="2130552" indent="-182880" algn="l" rtl="0" eaLnBrk="1" latinLnBrk="0" hangingPunct="1">
        <a:lnSpc>
          <a:spcPct val="100000"/>
        </a:lnSpc>
        <a:spcBef>
          <a:spcPct val="20000"/>
        </a:spcBef>
        <a:buClr>
          <a:schemeClr val="accent6"/>
        </a:buClr>
        <a:buFont typeface="Wingdings 2"/>
        <a:buChar char=""/>
        <a:defRPr kumimoji="0" sz="2000" kern="1200">
          <a:solidFill>
            <a:schemeClr val="tx1"/>
          </a:solidFill>
          <a:latin typeface="+mn-lt"/>
          <a:ea typeface="+mn-ea"/>
          <a:cs typeface="+mn-cs"/>
        </a:defRPr>
      </a:lvl9pPr>
      <a:extLst/>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a:extLst/>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4.xml"/></Relationships>
</file>

<file path=ppt/slides/_rels/slide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xml"/><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14.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15.xml"/></Relationships>
</file>

<file path=ppt/slides/_rels/slide1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15.xml"/></Relationships>
</file>

<file path=ppt/slides/_rels/slide16.xml.rels><?xml version="1.0" encoding="UTF-8" standalone="yes"?>
<Relationships xmlns="http://schemas.openxmlformats.org/package/2006/relationships"><Relationship Id="rId2" Type="http://schemas.openxmlformats.org/officeDocument/2006/relationships/image" Target="../media/image9.gif"/><Relationship Id="rId1" Type="http://schemas.openxmlformats.org/officeDocument/2006/relationships/slideLayout" Target="../slideLayouts/slideLayout15.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5.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Espace réservé du numéro de diapositive 9"/>
          <p:cNvSpPr>
            <a:spLocks noGrp="1"/>
          </p:cNvSpPr>
          <p:nvPr>
            <p:ph type="sldNum" sz="quarter" idx="12"/>
          </p:nvPr>
        </p:nvSpPr>
        <p:spPr/>
        <p:txBody>
          <a:bodyPr/>
          <a:lstStyle/>
          <a:p>
            <a:pPr>
              <a:defRPr/>
            </a:pPr>
            <a:fld id="{33E0B1D4-256E-45ED-831F-6C442408BDCF}" type="slidenum">
              <a:rPr lang="fr-FR"/>
              <a:pPr>
                <a:defRPr/>
              </a:pPr>
              <a:t>1</a:t>
            </a:fld>
            <a:endParaRPr lang="fr-FR"/>
          </a:p>
        </p:txBody>
      </p:sp>
      <p:sp>
        <p:nvSpPr>
          <p:cNvPr id="2" name="Titre 1"/>
          <p:cNvSpPr>
            <a:spLocks noGrp="1"/>
          </p:cNvSpPr>
          <p:nvPr>
            <p:ph type="ctrTitle"/>
          </p:nvPr>
        </p:nvSpPr>
        <p:spPr>
          <a:xfrm>
            <a:off x="1071563" y="857231"/>
            <a:ext cx="7715250" cy="3414731"/>
          </a:xfrm>
        </p:spPr>
        <p:txBody>
          <a:bodyPr vert="horz" wrap="square" lIns="91440" tIns="45720" rIns="91440" bIns="45720" numCol="1" anchorCtr="0" compatLnSpc="1">
            <a:prstTxWarp prst="textNoShape">
              <a:avLst/>
            </a:prstTxWarp>
            <a:normAutofit/>
          </a:bodyPr>
          <a:lstStyle/>
          <a:p>
            <a:pPr algn="ctr" eaLnBrk="1" hangingPunct="1">
              <a:defRPr/>
            </a:pPr>
            <a:r>
              <a:rPr lang="fr-FR" sz="4400" b="1" dirty="0" smtClean="0">
                <a:solidFill>
                  <a:srgbClr val="002060"/>
                </a:solidFill>
                <a:effectLst>
                  <a:outerShdw blurRad="38100" dist="38100" dir="2700000" algn="tl">
                    <a:srgbClr val="C0C0C0"/>
                  </a:outerShdw>
                </a:effectLst>
              </a:rPr>
              <a:t>Cours  </a:t>
            </a:r>
            <a:r>
              <a:rPr lang="fr-FR" sz="4400" b="1" dirty="0" smtClean="0">
                <a:solidFill>
                  <a:srgbClr val="002060"/>
                </a:solidFill>
                <a:effectLst>
                  <a:outerShdw blurRad="38100" dist="38100" dir="2700000" algn="tl">
                    <a:srgbClr val="C0C0C0"/>
                  </a:outerShdw>
                </a:effectLst>
              </a:rPr>
              <a:t>N°5 </a:t>
            </a:r>
            <a:r>
              <a:rPr lang="fr-FR" sz="4400" b="1" dirty="0" smtClean="0">
                <a:solidFill>
                  <a:srgbClr val="002060"/>
                </a:solidFill>
                <a:effectLst>
                  <a:outerShdw blurRad="38100" dist="38100" dir="2700000" algn="tl">
                    <a:srgbClr val="C0C0C0"/>
                  </a:outerShdw>
                </a:effectLst>
              </a:rPr>
              <a:t>: </a:t>
            </a:r>
            <a:br>
              <a:rPr lang="fr-FR" sz="4400" b="1" dirty="0" smtClean="0">
                <a:solidFill>
                  <a:srgbClr val="002060"/>
                </a:solidFill>
                <a:effectLst>
                  <a:outerShdw blurRad="38100" dist="38100" dir="2700000" algn="tl">
                    <a:srgbClr val="C0C0C0"/>
                  </a:outerShdw>
                </a:effectLst>
              </a:rPr>
            </a:br>
            <a:r>
              <a:rPr lang="fr-FR" sz="2800" b="1" dirty="0" smtClean="0">
                <a:solidFill>
                  <a:srgbClr val="002060"/>
                </a:solidFill>
                <a:effectLst>
                  <a:outerShdw blurRad="38100" dist="38100" dir="2700000" algn="tl">
                    <a:srgbClr val="C0C0C0"/>
                  </a:outerShdw>
                </a:effectLst>
              </a:rPr>
              <a:t>Le Modèle Conceptuel des Communications</a:t>
            </a:r>
            <a:br>
              <a:rPr lang="fr-FR" sz="2800" b="1" dirty="0" smtClean="0">
                <a:solidFill>
                  <a:srgbClr val="002060"/>
                </a:solidFill>
                <a:effectLst>
                  <a:outerShdw blurRad="38100" dist="38100" dir="2700000" algn="tl">
                    <a:srgbClr val="C0C0C0"/>
                  </a:outerShdw>
                </a:effectLst>
              </a:rPr>
            </a:br>
            <a:r>
              <a:rPr lang="fr-FR" sz="3600" b="1" dirty="0" smtClean="0">
                <a:solidFill>
                  <a:srgbClr val="002060"/>
                </a:solidFill>
                <a:effectLst>
                  <a:outerShdw blurRad="38100" dist="38100" dir="2700000" algn="tl">
                    <a:srgbClr val="C0C0C0"/>
                  </a:outerShdw>
                </a:effectLst>
              </a:rPr>
              <a:t>MCC</a:t>
            </a:r>
            <a:endParaRPr lang="fr-FR" sz="4400" dirty="0" smtClean="0">
              <a:solidFill>
                <a:srgbClr val="002060"/>
              </a:solidFill>
              <a:effectLst>
                <a:outerShdw blurRad="38100" dist="38100" dir="2700000" algn="tl">
                  <a:srgbClr val="C0C0C0"/>
                </a:outerShdw>
              </a:effectLst>
            </a:endParaRPr>
          </a:p>
        </p:txBody>
      </p:sp>
      <p:sp>
        <p:nvSpPr>
          <p:cNvPr id="4" name="Espace réservé du numéro de diapositive 3"/>
          <p:cNvSpPr txBox="1">
            <a:spLocks noGrp="1"/>
          </p:cNvSpPr>
          <p:nvPr/>
        </p:nvSpPr>
        <p:spPr>
          <a:xfrm>
            <a:off x="8613775" y="6305550"/>
            <a:ext cx="457200" cy="476250"/>
          </a:xfrm>
          <a:prstGeom prst="rect">
            <a:avLst/>
          </a:prstGeom>
          <a:noFill/>
        </p:spPr>
        <p:txBody>
          <a:bodyPr anchor="b"/>
          <a:lstStyle/>
          <a:p>
            <a:pPr algn="ctr" fontAlgn="auto">
              <a:spcBef>
                <a:spcPts val="0"/>
              </a:spcBef>
              <a:spcAft>
                <a:spcPts val="0"/>
              </a:spcAft>
              <a:defRPr/>
            </a:pPr>
            <a:fld id="{743298C1-FBE6-41BF-9F38-A4B61DC9E098}" type="slidenum">
              <a:rPr lang="fr-FR" sz="1200">
                <a:solidFill>
                  <a:schemeClr val="bg2">
                    <a:shade val="50000"/>
                    <a:satMod val="200000"/>
                  </a:schemeClr>
                </a:solidFill>
                <a:latin typeface="+mn-lt"/>
              </a:rPr>
              <a:pPr algn="ctr" fontAlgn="auto">
                <a:spcBef>
                  <a:spcPts val="0"/>
                </a:spcBef>
                <a:spcAft>
                  <a:spcPts val="0"/>
                </a:spcAft>
                <a:defRPr/>
              </a:pPr>
              <a:t>1</a:t>
            </a:fld>
            <a:endParaRPr lang="fr-FR" sz="1200">
              <a:solidFill>
                <a:schemeClr val="bg2">
                  <a:shade val="50000"/>
                  <a:satMod val="200000"/>
                </a:schemeClr>
              </a:solidFill>
              <a:latin typeface="+mn-lt"/>
            </a:endParaRPr>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Espace réservé du numéro de diapositive 3"/>
          <p:cNvSpPr>
            <a:spLocks noGrp="1"/>
          </p:cNvSpPr>
          <p:nvPr>
            <p:ph type="sldNum" sz="quarter" idx="12"/>
          </p:nvPr>
        </p:nvSpPr>
        <p:spPr/>
        <p:txBody>
          <a:bodyPr/>
          <a:lstStyle/>
          <a:p>
            <a:pPr>
              <a:defRPr/>
            </a:pPr>
            <a:fld id="{95F5288E-59FF-4E6B-B11C-6DD7DB920430}" type="slidenum">
              <a:rPr lang="fr-FR"/>
              <a:pPr>
                <a:defRPr/>
              </a:pPr>
              <a:t>2</a:t>
            </a:fld>
            <a:endParaRPr lang="fr-FR"/>
          </a:p>
        </p:txBody>
      </p:sp>
      <p:sp>
        <p:nvSpPr>
          <p:cNvPr id="3074" name="Espace réservé du numéro de diapositive 5"/>
          <p:cNvSpPr txBox="1">
            <a:spLocks noGrp="1"/>
          </p:cNvSpPr>
          <p:nvPr/>
        </p:nvSpPr>
        <p:spPr>
          <a:xfrm>
            <a:off x="8613775" y="6305550"/>
            <a:ext cx="457200" cy="476250"/>
          </a:xfrm>
          <a:prstGeom prst="rect">
            <a:avLst/>
          </a:prstGeom>
          <a:noFill/>
        </p:spPr>
        <p:txBody>
          <a:bodyPr anchor="b"/>
          <a:lstStyle/>
          <a:p>
            <a:pPr algn="ctr" fontAlgn="auto">
              <a:spcBef>
                <a:spcPts val="0"/>
              </a:spcBef>
              <a:spcAft>
                <a:spcPts val="0"/>
              </a:spcAft>
              <a:defRPr/>
            </a:pPr>
            <a:fld id="{2E62AA51-DF5F-4585-A598-A97D94FE6CE8}" type="slidenum">
              <a:rPr lang="fr-FR" sz="1200">
                <a:solidFill>
                  <a:schemeClr val="bg2">
                    <a:shade val="50000"/>
                    <a:satMod val="200000"/>
                  </a:schemeClr>
                </a:solidFill>
                <a:latin typeface="+mn-lt"/>
              </a:rPr>
              <a:pPr algn="ctr" fontAlgn="auto">
                <a:spcBef>
                  <a:spcPts val="0"/>
                </a:spcBef>
                <a:spcAft>
                  <a:spcPts val="0"/>
                </a:spcAft>
                <a:defRPr/>
              </a:pPr>
              <a:t>2</a:t>
            </a:fld>
            <a:endParaRPr lang="fr-FR" sz="1200">
              <a:solidFill>
                <a:schemeClr val="bg2">
                  <a:shade val="50000"/>
                  <a:satMod val="200000"/>
                </a:schemeClr>
              </a:solidFill>
              <a:latin typeface="+mn-lt"/>
            </a:endParaRPr>
          </a:p>
        </p:txBody>
      </p:sp>
      <p:sp>
        <p:nvSpPr>
          <p:cNvPr id="5" name="Titre 4"/>
          <p:cNvSpPr>
            <a:spLocks noGrp="1"/>
          </p:cNvSpPr>
          <p:nvPr>
            <p:ph type="title" idx="4294967295"/>
          </p:nvPr>
        </p:nvSpPr>
        <p:spPr>
          <a:xfrm>
            <a:off x="107504" y="0"/>
            <a:ext cx="9217024" cy="1143000"/>
          </a:xfrm>
        </p:spPr>
        <p:txBody>
          <a:bodyPr vert="horz" wrap="square" lIns="91440" tIns="45720" rIns="91440" bIns="45720" numCol="1" anchorCtr="0" compatLnSpc="1">
            <a:prstTxWarp prst="textNoShape">
              <a:avLst/>
            </a:prstTxWarp>
            <a:normAutofit fontScale="90000"/>
          </a:bodyPr>
          <a:lstStyle/>
          <a:p>
            <a:pPr eaLnBrk="1" hangingPunct="1">
              <a:defRPr/>
            </a:pPr>
            <a:r>
              <a:rPr lang="fr-FR" dirty="0" smtClean="0">
                <a:effectLst>
                  <a:outerShdw blurRad="38100" dist="38100" dir="2700000" algn="tl">
                    <a:srgbClr val="C0C0C0"/>
                  </a:outerShdw>
                </a:effectLst>
              </a:rPr>
              <a:t>Introduction …Diagrammes de flux (MCC)</a:t>
            </a:r>
          </a:p>
        </p:txBody>
      </p:sp>
      <p:sp>
        <p:nvSpPr>
          <p:cNvPr id="8197" name="Rectangle 6"/>
          <p:cNvSpPr>
            <a:spLocks noChangeArrowheads="1"/>
          </p:cNvSpPr>
          <p:nvPr/>
        </p:nvSpPr>
        <p:spPr bwMode="auto">
          <a:xfrm>
            <a:off x="35434" y="1268760"/>
            <a:ext cx="9429784" cy="3970318"/>
          </a:xfrm>
          <a:prstGeom prst="rect">
            <a:avLst/>
          </a:prstGeom>
          <a:noFill/>
          <a:ln w="9525">
            <a:noFill/>
            <a:miter lim="800000"/>
            <a:headEnd/>
            <a:tailEnd/>
          </a:ln>
        </p:spPr>
        <p:txBody>
          <a:bodyPr wrap="square">
            <a:spAutoFit/>
          </a:bodyPr>
          <a:lstStyle/>
          <a:p>
            <a:pPr>
              <a:buFont typeface="Wingdings" pitchFamily="2" charset="2"/>
              <a:buChar char="q"/>
            </a:pPr>
            <a:r>
              <a:rPr lang="fr-FR" sz="2800" b="1" dirty="0" smtClean="0">
                <a:solidFill>
                  <a:srgbClr val="C00000"/>
                </a:solidFill>
              </a:rPr>
              <a:t> But.  </a:t>
            </a:r>
            <a:r>
              <a:rPr lang="fr-FR" sz="2800" b="1" dirty="0" smtClean="0"/>
              <a:t>Donne</a:t>
            </a:r>
            <a:r>
              <a:rPr lang="fr-FR" sz="2800" dirty="0" smtClean="0"/>
              <a:t> une vue d’ensemble (cartographie) de la circulation des informations (</a:t>
            </a:r>
            <a:r>
              <a:rPr lang="fr-FR" sz="2800" b="1" dirty="0" smtClean="0">
                <a:solidFill>
                  <a:srgbClr val="C00000"/>
                </a:solidFill>
              </a:rPr>
              <a:t>flux</a:t>
            </a:r>
            <a:r>
              <a:rPr lang="fr-FR" sz="2800" dirty="0" smtClean="0"/>
              <a:t>) entre des acteurs </a:t>
            </a:r>
            <a:r>
              <a:rPr lang="fr-FR" sz="2800" b="1" dirty="0" smtClean="0">
                <a:solidFill>
                  <a:srgbClr val="C00000"/>
                </a:solidFill>
              </a:rPr>
              <a:t>internes</a:t>
            </a:r>
            <a:r>
              <a:rPr lang="fr-FR" sz="2800" dirty="0" smtClean="0"/>
              <a:t> ou </a:t>
            </a:r>
            <a:r>
              <a:rPr lang="fr-FR" sz="2800" b="1" dirty="0" smtClean="0">
                <a:solidFill>
                  <a:srgbClr val="C00000"/>
                </a:solidFill>
              </a:rPr>
              <a:t>externes</a:t>
            </a:r>
            <a:r>
              <a:rPr lang="fr-FR" sz="2800" dirty="0" smtClean="0"/>
              <a:t> qui participent à un domaine d’étude</a:t>
            </a:r>
          </a:p>
          <a:p>
            <a:endParaRPr lang="fr-FR" sz="2800" b="1" dirty="0" smtClean="0">
              <a:solidFill>
                <a:srgbClr val="000099"/>
              </a:solidFill>
            </a:endParaRPr>
          </a:p>
          <a:p>
            <a:pPr>
              <a:buFont typeface="Wingdings" pitchFamily="2" charset="2"/>
              <a:buChar char="q"/>
            </a:pPr>
            <a:r>
              <a:rPr lang="fr-FR" sz="2800" dirty="0" smtClean="0"/>
              <a:t> Un </a:t>
            </a:r>
            <a:r>
              <a:rPr lang="fr-FR" sz="2800" b="1" dirty="0">
                <a:solidFill>
                  <a:srgbClr val="C00000"/>
                </a:solidFill>
              </a:rPr>
              <a:t>D</a:t>
            </a:r>
            <a:r>
              <a:rPr lang="fr-FR" sz="2800" b="1" dirty="0" smtClean="0">
                <a:solidFill>
                  <a:srgbClr val="C00000"/>
                </a:solidFill>
              </a:rPr>
              <a:t>omaine d’étude </a:t>
            </a:r>
            <a:r>
              <a:rPr lang="fr-FR" sz="2800" dirty="0" smtClean="0"/>
              <a:t>défini le périmètre précis d’une ou de plusieurs activités dans une organisation (</a:t>
            </a:r>
            <a:r>
              <a:rPr lang="fr-FR" sz="2800" dirty="0" smtClean="0">
                <a:solidFill>
                  <a:srgbClr val="000099"/>
                </a:solidFill>
                <a:effectLst>
                  <a:outerShdw blurRad="38100" dist="38100" dir="2700000" algn="tl">
                    <a:srgbClr val="000000">
                      <a:alpha val="43137"/>
                    </a:srgbClr>
                  </a:outerShdw>
                </a:effectLst>
              </a:rPr>
              <a:t>service du personnel, service d’achat, service comptable, </a:t>
            </a:r>
            <a:r>
              <a:rPr lang="fr-FR" sz="2800" dirty="0" err="1" smtClean="0">
                <a:solidFill>
                  <a:srgbClr val="000099"/>
                </a:solidFill>
                <a:effectLst>
                  <a:outerShdw blurRad="38100" dist="38100" dir="2700000" algn="tl">
                    <a:srgbClr val="000000">
                      <a:alpha val="43137"/>
                    </a:srgbClr>
                  </a:outerShdw>
                </a:effectLst>
              </a:rPr>
              <a:t>etc</a:t>
            </a:r>
            <a:r>
              <a:rPr lang="fr-FR" sz="2800" dirty="0" smtClean="0">
                <a:solidFill>
                  <a:srgbClr val="000099"/>
                </a:solidFill>
                <a:effectLst>
                  <a:outerShdw blurRad="38100" dist="38100" dir="2700000" algn="tl">
                    <a:srgbClr val="000000">
                      <a:alpha val="43137"/>
                    </a:srgbClr>
                  </a:outerShdw>
                </a:effectLst>
              </a:rPr>
              <a:t>,</a:t>
            </a:r>
            <a:r>
              <a:rPr lang="fr-FR" sz="2800" dirty="0" smtClean="0"/>
              <a:t>)</a:t>
            </a:r>
          </a:p>
          <a:p>
            <a:endParaRPr lang="fr-FR" sz="2800" dirty="0" smtClean="0"/>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Espace réservé du numéro de diapositive 3"/>
          <p:cNvSpPr>
            <a:spLocks noGrp="1"/>
          </p:cNvSpPr>
          <p:nvPr>
            <p:ph type="sldNum" sz="quarter" idx="12"/>
          </p:nvPr>
        </p:nvSpPr>
        <p:spPr/>
        <p:txBody>
          <a:bodyPr/>
          <a:lstStyle/>
          <a:p>
            <a:pPr>
              <a:defRPr/>
            </a:pPr>
            <a:fld id="{95F5288E-59FF-4E6B-B11C-6DD7DB920430}" type="slidenum">
              <a:rPr lang="fr-FR"/>
              <a:pPr>
                <a:defRPr/>
              </a:pPr>
              <a:t>3</a:t>
            </a:fld>
            <a:endParaRPr lang="fr-FR"/>
          </a:p>
        </p:txBody>
      </p:sp>
      <p:sp>
        <p:nvSpPr>
          <p:cNvPr id="3074" name="Espace réservé du numéro de diapositive 5"/>
          <p:cNvSpPr txBox="1">
            <a:spLocks noGrp="1"/>
          </p:cNvSpPr>
          <p:nvPr/>
        </p:nvSpPr>
        <p:spPr>
          <a:xfrm>
            <a:off x="8613775" y="6305550"/>
            <a:ext cx="457200" cy="476250"/>
          </a:xfrm>
          <a:prstGeom prst="rect">
            <a:avLst/>
          </a:prstGeom>
          <a:noFill/>
        </p:spPr>
        <p:txBody>
          <a:bodyPr anchor="b"/>
          <a:lstStyle/>
          <a:p>
            <a:pPr algn="ctr" fontAlgn="auto">
              <a:spcBef>
                <a:spcPts val="0"/>
              </a:spcBef>
              <a:spcAft>
                <a:spcPts val="0"/>
              </a:spcAft>
              <a:defRPr/>
            </a:pPr>
            <a:fld id="{2E62AA51-DF5F-4585-A598-A97D94FE6CE8}" type="slidenum">
              <a:rPr lang="fr-FR" sz="1200">
                <a:solidFill>
                  <a:schemeClr val="bg2">
                    <a:shade val="50000"/>
                    <a:satMod val="200000"/>
                  </a:schemeClr>
                </a:solidFill>
                <a:latin typeface="+mn-lt"/>
              </a:rPr>
              <a:pPr algn="ctr" fontAlgn="auto">
                <a:spcBef>
                  <a:spcPts val="0"/>
                </a:spcBef>
                <a:spcAft>
                  <a:spcPts val="0"/>
                </a:spcAft>
                <a:defRPr/>
              </a:pPr>
              <a:t>3</a:t>
            </a:fld>
            <a:endParaRPr lang="fr-FR" sz="1200">
              <a:solidFill>
                <a:schemeClr val="bg2">
                  <a:shade val="50000"/>
                  <a:satMod val="200000"/>
                </a:schemeClr>
              </a:solidFill>
              <a:latin typeface="+mn-lt"/>
            </a:endParaRPr>
          </a:p>
        </p:txBody>
      </p:sp>
      <p:sp>
        <p:nvSpPr>
          <p:cNvPr id="5" name="Titre 4"/>
          <p:cNvSpPr>
            <a:spLocks noGrp="1"/>
          </p:cNvSpPr>
          <p:nvPr>
            <p:ph type="title" idx="4294967295"/>
          </p:nvPr>
        </p:nvSpPr>
        <p:spPr>
          <a:xfrm>
            <a:off x="1357290" y="0"/>
            <a:ext cx="7497762" cy="1143000"/>
          </a:xfrm>
        </p:spPr>
        <p:txBody>
          <a:bodyPr vert="horz" wrap="square" lIns="91440" tIns="45720" rIns="91440" bIns="45720" numCol="1" anchorCtr="0" compatLnSpc="1">
            <a:prstTxWarp prst="textNoShape">
              <a:avLst/>
            </a:prstTxWarp>
            <a:normAutofit fontScale="90000"/>
          </a:bodyPr>
          <a:lstStyle/>
          <a:p>
            <a:pPr eaLnBrk="1" hangingPunct="1">
              <a:defRPr/>
            </a:pPr>
            <a:r>
              <a:rPr lang="fr-FR" dirty="0" smtClean="0">
                <a:effectLst>
                  <a:outerShdw blurRad="38100" dist="38100" dir="2700000" algn="tl">
                    <a:srgbClr val="C0C0C0"/>
                  </a:outerShdw>
                </a:effectLst>
              </a:rPr>
              <a:t>Introduction aux diagrammes de flux ou MCC</a:t>
            </a:r>
          </a:p>
        </p:txBody>
      </p:sp>
      <p:sp>
        <p:nvSpPr>
          <p:cNvPr id="8197" name="Rectangle 6"/>
          <p:cNvSpPr>
            <a:spLocks noChangeArrowheads="1"/>
          </p:cNvSpPr>
          <p:nvPr/>
        </p:nvSpPr>
        <p:spPr bwMode="auto">
          <a:xfrm>
            <a:off x="-20128" y="1268760"/>
            <a:ext cx="9429784" cy="4031873"/>
          </a:xfrm>
          <a:prstGeom prst="rect">
            <a:avLst/>
          </a:prstGeom>
          <a:noFill/>
          <a:ln w="9525">
            <a:noFill/>
            <a:miter lim="800000"/>
            <a:headEnd/>
            <a:tailEnd/>
          </a:ln>
        </p:spPr>
        <p:txBody>
          <a:bodyPr wrap="square">
            <a:spAutoFit/>
          </a:bodyPr>
          <a:lstStyle/>
          <a:p>
            <a:pPr>
              <a:spcBef>
                <a:spcPts val="1200"/>
              </a:spcBef>
              <a:spcAft>
                <a:spcPts val="1200"/>
              </a:spcAft>
            </a:pPr>
            <a:r>
              <a:rPr lang="fr-FR" sz="2800" dirty="0" smtClean="0"/>
              <a:t>Un </a:t>
            </a:r>
            <a:r>
              <a:rPr lang="fr-FR" sz="2800" b="1" dirty="0">
                <a:solidFill>
                  <a:srgbClr val="FF0000"/>
                </a:solidFill>
              </a:rPr>
              <a:t>A</a:t>
            </a:r>
            <a:r>
              <a:rPr lang="fr-FR" sz="2800" b="1" dirty="0" smtClean="0">
                <a:solidFill>
                  <a:srgbClr val="FF0000"/>
                </a:solidFill>
              </a:rPr>
              <a:t>cteur</a:t>
            </a:r>
            <a:r>
              <a:rPr lang="fr-FR" sz="2800" dirty="0" smtClean="0"/>
              <a:t> peut être </a:t>
            </a:r>
            <a:r>
              <a:rPr lang="fr-FR" sz="2800" b="1" dirty="0" smtClean="0">
                <a:solidFill>
                  <a:srgbClr val="FF0000"/>
                </a:solidFill>
              </a:rPr>
              <a:t>physique </a:t>
            </a:r>
            <a:r>
              <a:rPr lang="fr-FR" sz="2800" b="1" dirty="0" smtClean="0"/>
              <a:t>ou</a:t>
            </a:r>
            <a:r>
              <a:rPr lang="fr-FR" sz="2800" b="1" dirty="0" smtClean="0">
                <a:solidFill>
                  <a:srgbClr val="FF0000"/>
                </a:solidFill>
              </a:rPr>
              <a:t> moral (Entreprise)</a:t>
            </a:r>
            <a:r>
              <a:rPr lang="fr-FR" sz="2800" dirty="0" smtClean="0"/>
              <a:t> capable d‘émettre ou de recevoir des informations.</a:t>
            </a:r>
          </a:p>
          <a:p>
            <a:pPr lvl="1">
              <a:spcBef>
                <a:spcPts val="1200"/>
              </a:spcBef>
              <a:spcAft>
                <a:spcPts val="1200"/>
              </a:spcAft>
              <a:buFont typeface="Wingdings" pitchFamily="2" charset="2"/>
              <a:buChar char="q"/>
            </a:pPr>
            <a:r>
              <a:rPr lang="fr-FR" sz="2800" dirty="0" smtClean="0"/>
              <a:t> </a:t>
            </a:r>
            <a:r>
              <a:rPr lang="fr-FR" sz="2800" b="1" dirty="0" smtClean="0">
                <a:solidFill>
                  <a:srgbClr val="FF0000"/>
                </a:solidFill>
              </a:rPr>
              <a:t>Acteur</a:t>
            </a:r>
            <a:r>
              <a:rPr lang="fr-FR" sz="2800" dirty="0" smtClean="0"/>
              <a:t> interne appartient au </a:t>
            </a:r>
            <a:r>
              <a:rPr lang="fr-FR" sz="2800" b="1" dirty="0" smtClean="0">
                <a:solidFill>
                  <a:srgbClr val="C00000"/>
                </a:solidFill>
              </a:rPr>
              <a:t>S.I. étudié</a:t>
            </a:r>
            <a:r>
              <a:rPr lang="fr-FR" sz="2800" dirty="0" smtClean="0"/>
              <a:t>.</a:t>
            </a:r>
          </a:p>
          <a:p>
            <a:pPr lvl="1">
              <a:spcBef>
                <a:spcPts val="1200"/>
              </a:spcBef>
              <a:spcAft>
                <a:spcPts val="1200"/>
              </a:spcAft>
              <a:buFont typeface="Wingdings" pitchFamily="2" charset="2"/>
              <a:buChar char="q"/>
            </a:pPr>
            <a:r>
              <a:rPr lang="fr-FR" sz="2800" dirty="0" smtClean="0"/>
              <a:t> </a:t>
            </a:r>
            <a:r>
              <a:rPr lang="fr-FR" sz="2800" b="1" dirty="0" smtClean="0">
                <a:solidFill>
                  <a:srgbClr val="FF0000"/>
                </a:solidFill>
              </a:rPr>
              <a:t>Acteur</a:t>
            </a:r>
            <a:r>
              <a:rPr lang="fr-FR" sz="2800" dirty="0" smtClean="0"/>
              <a:t> externe n‘appartient pas au </a:t>
            </a:r>
            <a:r>
              <a:rPr lang="fr-FR" sz="2800" b="1" dirty="0" smtClean="0">
                <a:solidFill>
                  <a:srgbClr val="C00000"/>
                </a:solidFill>
              </a:rPr>
              <a:t>S.I. </a:t>
            </a:r>
          </a:p>
          <a:p>
            <a:pPr lvl="1">
              <a:spcBef>
                <a:spcPts val="1200"/>
              </a:spcBef>
              <a:spcAft>
                <a:spcPts val="1200"/>
              </a:spcAft>
              <a:buFont typeface="Wingdings" pitchFamily="2" charset="2"/>
              <a:buChar char="q"/>
            </a:pPr>
            <a:r>
              <a:rPr lang="fr-FR" sz="2800" b="1" dirty="0">
                <a:solidFill>
                  <a:srgbClr val="C00000"/>
                </a:solidFill>
              </a:rPr>
              <a:t> </a:t>
            </a:r>
            <a:r>
              <a:rPr lang="fr-FR" sz="2800" b="1" dirty="0" smtClean="0">
                <a:solidFill>
                  <a:srgbClr val="C00000"/>
                </a:solidFill>
              </a:rPr>
              <a:t>Un flux d’information </a:t>
            </a:r>
            <a:r>
              <a:rPr lang="fr-FR" sz="2800" dirty="0" smtClean="0"/>
              <a:t>= Toutes les informations qui circule entre les acteurs(Facture, demande de renseignement, commande, Etc.)</a:t>
            </a:r>
          </a:p>
        </p:txBody>
      </p:sp>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ormAutofit fontScale="90000"/>
          </a:bodyPr>
          <a:lstStyle/>
          <a:p>
            <a:pPr algn="ctr"/>
            <a:r>
              <a:rPr lang="fr-FR" sz="4400" b="1" dirty="0" smtClean="0">
                <a:solidFill>
                  <a:srgbClr val="002060"/>
                </a:solidFill>
                <a:effectLst>
                  <a:outerShdw blurRad="38100" dist="38100" dir="2700000" algn="tl">
                    <a:srgbClr val="C0C0C0"/>
                  </a:outerShdw>
                </a:effectLst>
              </a:rPr>
              <a:t>Le Modèle Conceptuel des Communications- </a:t>
            </a:r>
            <a:r>
              <a:rPr lang="fr-FR" dirty="0" smtClean="0"/>
              <a:t>MCC</a:t>
            </a:r>
            <a:endParaRPr lang="fr-FR" dirty="0"/>
          </a:p>
        </p:txBody>
      </p:sp>
      <p:sp>
        <p:nvSpPr>
          <p:cNvPr id="3" name="Espace réservé du numéro de diapositive 2"/>
          <p:cNvSpPr>
            <a:spLocks noGrp="1"/>
          </p:cNvSpPr>
          <p:nvPr>
            <p:ph type="sldNum" sz="quarter" idx="12"/>
          </p:nvPr>
        </p:nvSpPr>
        <p:spPr/>
        <p:txBody>
          <a:bodyPr/>
          <a:lstStyle/>
          <a:p>
            <a:pPr>
              <a:defRPr/>
            </a:pPr>
            <a:fld id="{D1307E15-F71D-47B7-B3BA-4439E7AB8D0D}" type="slidenum">
              <a:rPr lang="fr-FR" smtClean="0"/>
              <a:pPr>
                <a:defRPr/>
              </a:pPr>
              <a:t>4</a:t>
            </a:fld>
            <a:endParaRPr lang="fr-FR"/>
          </a:p>
        </p:txBody>
      </p:sp>
      <p:pic>
        <p:nvPicPr>
          <p:cNvPr id="2050" name="Picture 2"/>
          <p:cNvPicPr>
            <a:picLocks noChangeAspect="1" noChangeArrowheads="1"/>
          </p:cNvPicPr>
          <p:nvPr/>
        </p:nvPicPr>
        <p:blipFill>
          <a:blip r:embed="rId2"/>
          <a:srcRect/>
          <a:stretch>
            <a:fillRect/>
          </a:stretch>
        </p:blipFill>
        <p:spPr bwMode="auto">
          <a:xfrm>
            <a:off x="571618" y="2357430"/>
            <a:ext cx="8050909" cy="3699426"/>
          </a:xfrm>
          <a:prstGeom prst="rect">
            <a:avLst/>
          </a:prstGeom>
          <a:noFill/>
          <a:ln w="9525">
            <a:noFill/>
            <a:miter lim="800000"/>
            <a:headEnd/>
            <a:tailEnd/>
          </a:ln>
          <a:effectLst/>
        </p:spPr>
      </p:pic>
      <p:sp>
        <p:nvSpPr>
          <p:cNvPr id="5" name="Ellipse 4"/>
          <p:cNvSpPr/>
          <p:nvPr/>
        </p:nvSpPr>
        <p:spPr>
          <a:xfrm>
            <a:off x="395536" y="2456456"/>
            <a:ext cx="4536504" cy="3600400"/>
          </a:xfrm>
          <a:prstGeom prst="ellipse">
            <a:avLst/>
          </a:prstGeom>
          <a:noFill/>
        </p:spPr>
        <p:style>
          <a:lnRef idx="2">
            <a:schemeClr val="accent3"/>
          </a:lnRef>
          <a:fillRef idx="1">
            <a:schemeClr val="lt1"/>
          </a:fillRef>
          <a:effectRef idx="0">
            <a:schemeClr val="accent3"/>
          </a:effectRef>
          <a:fontRef idx="minor">
            <a:schemeClr val="dk1"/>
          </a:fontRef>
        </p:style>
        <p:txBody>
          <a:bodyPr rtlCol="0" anchor="ctr"/>
          <a:lstStyle/>
          <a:p>
            <a:pPr algn="ctr"/>
            <a:endParaRPr lang="fr-FR"/>
          </a:p>
        </p:txBody>
      </p:sp>
      <p:sp>
        <p:nvSpPr>
          <p:cNvPr id="6" name="ZoneTexte 5"/>
          <p:cNvSpPr txBox="1"/>
          <p:nvPr/>
        </p:nvSpPr>
        <p:spPr>
          <a:xfrm>
            <a:off x="1331640" y="2708920"/>
            <a:ext cx="3265432" cy="369332"/>
          </a:xfrm>
          <a:prstGeom prst="rect">
            <a:avLst/>
          </a:prstGeom>
          <a:noFill/>
        </p:spPr>
        <p:txBody>
          <a:bodyPr wrap="square" rtlCol="0">
            <a:spAutoFit/>
          </a:bodyPr>
          <a:lstStyle/>
          <a:p>
            <a:r>
              <a:rPr lang="fr-FR" dirty="0" smtClean="0">
                <a:solidFill>
                  <a:srgbClr val="C00000"/>
                </a:solidFill>
              </a:rPr>
              <a:t>Diagramme de contexte</a:t>
            </a:r>
            <a:endParaRPr lang="fr-FR" dirty="0">
              <a:solidFill>
                <a:srgbClr val="C00000"/>
              </a:solidFill>
            </a:endParaRPr>
          </a:p>
        </p:txBody>
      </p:sp>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ormAutofit fontScale="90000"/>
          </a:bodyPr>
          <a:lstStyle/>
          <a:p>
            <a:pPr algn="ctr"/>
            <a:r>
              <a:rPr lang="fr-FR" sz="4400" b="1" dirty="0" smtClean="0">
                <a:solidFill>
                  <a:srgbClr val="002060"/>
                </a:solidFill>
                <a:effectLst>
                  <a:outerShdw blurRad="38100" dist="38100" dir="2700000" algn="tl">
                    <a:srgbClr val="C0C0C0"/>
                  </a:outerShdw>
                </a:effectLst>
              </a:rPr>
              <a:t>Le Modèle Conceptuel des Communications- </a:t>
            </a:r>
            <a:r>
              <a:rPr lang="fr-FR" dirty="0" smtClean="0"/>
              <a:t>MCC</a:t>
            </a:r>
            <a:endParaRPr lang="fr-FR" dirty="0"/>
          </a:p>
        </p:txBody>
      </p:sp>
      <p:sp>
        <p:nvSpPr>
          <p:cNvPr id="3" name="Espace réservé du numéro de diapositive 2"/>
          <p:cNvSpPr>
            <a:spLocks noGrp="1"/>
          </p:cNvSpPr>
          <p:nvPr>
            <p:ph type="sldNum" sz="quarter" idx="12"/>
          </p:nvPr>
        </p:nvSpPr>
        <p:spPr/>
        <p:txBody>
          <a:bodyPr/>
          <a:lstStyle/>
          <a:p>
            <a:pPr>
              <a:defRPr/>
            </a:pPr>
            <a:fld id="{D1307E15-F71D-47B7-B3BA-4439E7AB8D0D}" type="slidenum">
              <a:rPr lang="fr-FR" smtClean="0"/>
              <a:pPr>
                <a:defRPr/>
              </a:pPr>
              <a:t>5</a:t>
            </a:fld>
            <a:endParaRPr lang="fr-FR"/>
          </a:p>
        </p:txBody>
      </p:sp>
      <p:sp>
        <p:nvSpPr>
          <p:cNvPr id="5" name="Rectangle 4"/>
          <p:cNvSpPr/>
          <p:nvPr/>
        </p:nvSpPr>
        <p:spPr>
          <a:xfrm>
            <a:off x="1714480" y="1785926"/>
            <a:ext cx="3700052" cy="523220"/>
          </a:xfrm>
          <a:prstGeom prst="rect">
            <a:avLst/>
          </a:prstGeom>
        </p:spPr>
        <p:txBody>
          <a:bodyPr wrap="none">
            <a:spAutoFit/>
          </a:bodyPr>
          <a:lstStyle/>
          <a:p>
            <a:r>
              <a:rPr lang="fr-FR" sz="2800" b="1" dirty="0" smtClean="0">
                <a:solidFill>
                  <a:srgbClr val="C00000"/>
                </a:solidFill>
              </a:rPr>
              <a:t>Diagramme des flux</a:t>
            </a:r>
          </a:p>
        </p:txBody>
      </p:sp>
      <p:pic>
        <p:nvPicPr>
          <p:cNvPr id="3074" name="Picture 2"/>
          <p:cNvPicPr>
            <a:picLocks noChangeAspect="1" noChangeArrowheads="1"/>
          </p:cNvPicPr>
          <p:nvPr/>
        </p:nvPicPr>
        <p:blipFill>
          <a:blip r:embed="rId2"/>
          <a:srcRect/>
          <a:stretch>
            <a:fillRect/>
          </a:stretch>
        </p:blipFill>
        <p:spPr bwMode="auto">
          <a:xfrm>
            <a:off x="1285852" y="2857496"/>
            <a:ext cx="7578092" cy="3071834"/>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ormAutofit/>
          </a:bodyPr>
          <a:lstStyle/>
          <a:p>
            <a:pPr algn="ctr"/>
            <a:r>
              <a:rPr lang="fr-FR" sz="4000" b="1" dirty="0">
                <a:solidFill>
                  <a:srgbClr val="C00000"/>
                </a:solidFill>
              </a:rPr>
              <a:t>Diagramme des flux</a:t>
            </a:r>
          </a:p>
        </p:txBody>
      </p:sp>
      <p:sp>
        <p:nvSpPr>
          <p:cNvPr id="3" name="Espace réservé du contenu 2"/>
          <p:cNvSpPr>
            <a:spLocks noGrp="1"/>
          </p:cNvSpPr>
          <p:nvPr>
            <p:ph idx="1"/>
          </p:nvPr>
        </p:nvSpPr>
        <p:spPr/>
        <p:txBody>
          <a:bodyPr/>
          <a:lstStyle/>
          <a:p>
            <a:pPr marL="82550" indent="0">
              <a:buNone/>
            </a:pPr>
            <a:r>
              <a:rPr lang="fr-FR" dirty="0"/>
              <a:t>le service commercial d'une entreprise est composé d'une unité administrative située au siège de l'entreprise et de représentants en relation directe avec les clients : on peut donc distinguer, en première approche trois acteurs : service commercial, représentant, client. Le </a:t>
            </a:r>
            <a:r>
              <a:rPr lang="fr-FR" dirty="0" smtClean="0"/>
              <a:t>diagramme de </a:t>
            </a:r>
            <a:r>
              <a:rPr lang="fr-FR" dirty="0"/>
              <a:t>flux est constitué des successions de transferts suivants </a:t>
            </a:r>
            <a:r>
              <a:rPr lang="fr-FR" dirty="0" smtClean="0"/>
              <a:t>:</a:t>
            </a:r>
          </a:p>
          <a:p>
            <a:pPr marL="82550" indent="0">
              <a:buNone/>
            </a:pPr>
            <a:r>
              <a:rPr lang="fr-FR" dirty="0" smtClean="0"/>
              <a:t> </a:t>
            </a:r>
            <a:endParaRPr lang="fr-FR" dirty="0"/>
          </a:p>
        </p:txBody>
      </p:sp>
      <p:sp>
        <p:nvSpPr>
          <p:cNvPr id="4" name="Espace réservé du numéro de diapositive 3"/>
          <p:cNvSpPr>
            <a:spLocks noGrp="1"/>
          </p:cNvSpPr>
          <p:nvPr>
            <p:ph type="sldNum" sz="quarter" idx="12"/>
          </p:nvPr>
        </p:nvSpPr>
        <p:spPr/>
        <p:txBody>
          <a:bodyPr/>
          <a:lstStyle/>
          <a:p>
            <a:pPr>
              <a:defRPr/>
            </a:pPr>
            <a:fld id="{E20FA2B6-427A-4E56-A7DF-A5BA83386620}" type="slidenum">
              <a:rPr lang="fr-FR" smtClean="0"/>
              <a:pPr>
                <a:defRPr/>
              </a:pPr>
              <a:t>6</a:t>
            </a:fld>
            <a:endParaRPr lang="fr-FR"/>
          </a:p>
        </p:txBody>
      </p:sp>
    </p:spTree>
    <p:extLst>
      <p:ext uri="{BB962C8B-B14F-4D97-AF65-F5344CB8AC3E}">
        <p14:creationId xmlns:p14="http://schemas.microsoft.com/office/powerpoint/2010/main" val="185314722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pPr algn="ctr"/>
            <a:r>
              <a:rPr lang="fr-FR" sz="4400" b="1" dirty="0">
                <a:solidFill>
                  <a:srgbClr val="C00000"/>
                </a:solidFill>
              </a:rPr>
              <a:t>Diagramme des flux</a:t>
            </a:r>
            <a:endParaRPr lang="fr-FR" dirty="0"/>
          </a:p>
        </p:txBody>
      </p:sp>
      <p:sp>
        <p:nvSpPr>
          <p:cNvPr id="3" name="Espace réservé du contenu 2"/>
          <p:cNvSpPr>
            <a:spLocks noGrp="1"/>
          </p:cNvSpPr>
          <p:nvPr>
            <p:ph idx="1"/>
          </p:nvPr>
        </p:nvSpPr>
        <p:spPr>
          <a:xfrm>
            <a:off x="0" y="1447800"/>
            <a:ext cx="9540552" cy="4800600"/>
          </a:xfrm>
        </p:spPr>
        <p:txBody>
          <a:bodyPr/>
          <a:lstStyle/>
          <a:p>
            <a:pPr marL="596900" indent="-514350">
              <a:lnSpc>
                <a:spcPct val="150000"/>
              </a:lnSpc>
              <a:spcAft>
                <a:spcPts val="600"/>
              </a:spcAft>
              <a:buClr>
                <a:srgbClr val="C00000"/>
              </a:buClr>
              <a:buFont typeface="+mj-lt"/>
              <a:buAutoNum type="alphaLcParenR"/>
            </a:pPr>
            <a:r>
              <a:rPr lang="fr-FR" sz="2400" dirty="0"/>
              <a:t>L</a:t>
            </a:r>
            <a:r>
              <a:rPr lang="fr-FR" sz="2400" dirty="0" smtClean="0"/>
              <a:t>e </a:t>
            </a:r>
            <a:r>
              <a:rPr lang="fr-FR" sz="2400" dirty="0"/>
              <a:t>client appelle le représentant pour envisager une commande </a:t>
            </a:r>
            <a:endParaRPr lang="fr-FR" sz="2400" dirty="0" smtClean="0"/>
          </a:p>
          <a:p>
            <a:pPr marL="596900" indent="-514350">
              <a:lnSpc>
                <a:spcPct val="150000"/>
              </a:lnSpc>
              <a:spcAft>
                <a:spcPts val="600"/>
              </a:spcAft>
              <a:buClr>
                <a:srgbClr val="C00000"/>
              </a:buClr>
              <a:buFont typeface="+mj-lt"/>
              <a:buAutoNum type="alphaLcParenR"/>
            </a:pPr>
            <a:r>
              <a:rPr lang="fr-FR" sz="2400" dirty="0"/>
              <a:t>Le représentant répond par l'envoi d'une proposition commerciale </a:t>
            </a:r>
          </a:p>
          <a:p>
            <a:pPr marL="596900" indent="-514350">
              <a:lnSpc>
                <a:spcPct val="150000"/>
              </a:lnSpc>
              <a:spcAft>
                <a:spcPts val="600"/>
              </a:spcAft>
              <a:buClr>
                <a:srgbClr val="C00000"/>
              </a:buClr>
              <a:buFont typeface="+mj-lt"/>
              <a:buAutoNum type="alphaLcParenR"/>
            </a:pPr>
            <a:r>
              <a:rPr lang="fr-FR" sz="2400" dirty="0"/>
              <a:t>Le client valide la commande en renvoyant signée la proposition du représentant ou bien le client négocie une autre proposition </a:t>
            </a:r>
            <a:r>
              <a:rPr lang="fr-FR" sz="2400" dirty="0">
                <a:solidFill>
                  <a:srgbClr val="000099"/>
                </a:solidFill>
              </a:rPr>
              <a:t>(retour en 2) </a:t>
            </a:r>
            <a:r>
              <a:rPr lang="fr-FR" sz="2400" dirty="0"/>
              <a:t>ou bien ne donne pas suite. </a:t>
            </a:r>
          </a:p>
          <a:p>
            <a:pPr marL="596900" indent="-514350">
              <a:lnSpc>
                <a:spcPct val="150000"/>
              </a:lnSpc>
              <a:spcAft>
                <a:spcPts val="600"/>
              </a:spcAft>
              <a:buClr>
                <a:srgbClr val="C00000"/>
              </a:buClr>
              <a:buFont typeface="+mj-lt"/>
              <a:buAutoNum type="alphaLcParenR"/>
            </a:pPr>
            <a:r>
              <a:rPr lang="fr-FR" sz="2400" dirty="0"/>
              <a:t>Dans le cas où le client a validé la proposition commerciale, le représentant transmet celle-ci sous forme d'une commande au service commercial qui l'enregistre afin de livrer le client.</a:t>
            </a:r>
          </a:p>
        </p:txBody>
      </p:sp>
      <p:sp>
        <p:nvSpPr>
          <p:cNvPr id="4" name="Espace réservé du numéro de diapositive 3"/>
          <p:cNvSpPr>
            <a:spLocks noGrp="1"/>
          </p:cNvSpPr>
          <p:nvPr>
            <p:ph type="sldNum" sz="quarter" idx="12"/>
          </p:nvPr>
        </p:nvSpPr>
        <p:spPr/>
        <p:txBody>
          <a:bodyPr/>
          <a:lstStyle/>
          <a:p>
            <a:pPr>
              <a:defRPr/>
            </a:pPr>
            <a:fld id="{E20FA2B6-427A-4E56-A7DF-A5BA83386620}" type="slidenum">
              <a:rPr lang="fr-FR" smtClean="0"/>
              <a:pPr>
                <a:defRPr/>
              </a:pPr>
              <a:t>7</a:t>
            </a:fld>
            <a:endParaRPr lang="fr-FR"/>
          </a:p>
        </p:txBody>
      </p:sp>
    </p:spTree>
    <p:extLst>
      <p:ext uri="{BB962C8B-B14F-4D97-AF65-F5344CB8AC3E}">
        <p14:creationId xmlns:p14="http://schemas.microsoft.com/office/powerpoint/2010/main" val="184338309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pPr algn="ctr"/>
            <a:r>
              <a:rPr lang="fr-FR" sz="4000" b="1" dirty="0">
                <a:solidFill>
                  <a:srgbClr val="C00000"/>
                </a:solidFill>
              </a:rPr>
              <a:t>Diagramme des flux</a:t>
            </a:r>
            <a:endParaRPr lang="fr-FR" dirty="0"/>
          </a:p>
        </p:txBody>
      </p:sp>
      <p:sp>
        <p:nvSpPr>
          <p:cNvPr id="3" name="Espace réservé du numéro de diapositive 2"/>
          <p:cNvSpPr>
            <a:spLocks noGrp="1"/>
          </p:cNvSpPr>
          <p:nvPr>
            <p:ph type="sldNum" sz="quarter" idx="12"/>
          </p:nvPr>
        </p:nvSpPr>
        <p:spPr/>
        <p:txBody>
          <a:bodyPr/>
          <a:lstStyle/>
          <a:p>
            <a:pPr>
              <a:defRPr/>
            </a:pPr>
            <a:fld id="{D1307E15-F71D-47B7-B3BA-4439E7AB8D0D}" type="slidenum">
              <a:rPr lang="fr-FR" smtClean="0"/>
              <a:pPr>
                <a:defRPr/>
              </a:pPr>
              <a:t>8</a:t>
            </a:fld>
            <a:endParaRPr lang="fr-FR"/>
          </a:p>
        </p:txBody>
      </p:sp>
      <p:pic>
        <p:nvPicPr>
          <p:cNvPr id="1026"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619670" y="1340768"/>
            <a:ext cx="7123079" cy="426390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18637662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pPr algn="ctr"/>
            <a:r>
              <a:rPr lang="fr-FR" dirty="0" smtClean="0"/>
              <a:t>MCD vs. MCT </a:t>
            </a:r>
            <a:endParaRPr lang="fr-FR" dirty="0"/>
          </a:p>
        </p:txBody>
      </p:sp>
      <p:sp>
        <p:nvSpPr>
          <p:cNvPr id="3" name="Espace réservé du contenu 2"/>
          <p:cNvSpPr>
            <a:spLocks noGrp="1"/>
          </p:cNvSpPr>
          <p:nvPr>
            <p:ph idx="1"/>
          </p:nvPr>
        </p:nvSpPr>
        <p:spPr/>
        <p:txBody>
          <a:bodyPr/>
          <a:lstStyle/>
          <a:p>
            <a:r>
              <a:rPr lang="fr-FR" dirty="0"/>
              <a:t>Le graphe des flux </a:t>
            </a:r>
            <a:r>
              <a:rPr lang="fr-FR" dirty="0" smtClean="0"/>
              <a:t>doit être la </a:t>
            </a:r>
            <a:r>
              <a:rPr lang="fr-FR" dirty="0"/>
              <a:t>première étape de l'analyse d'un système. </a:t>
            </a:r>
            <a:endParaRPr lang="fr-FR" dirty="0" smtClean="0"/>
          </a:p>
          <a:p>
            <a:r>
              <a:rPr lang="fr-FR" dirty="0" smtClean="0"/>
              <a:t>Le </a:t>
            </a:r>
            <a:r>
              <a:rPr lang="fr-FR" dirty="0"/>
              <a:t>flux d'information </a:t>
            </a:r>
            <a:r>
              <a:rPr lang="fr-FR" dirty="0" smtClean="0"/>
              <a:t>est composée </a:t>
            </a:r>
            <a:r>
              <a:rPr lang="fr-FR" dirty="0"/>
              <a:t>d'informations élémentaires ou </a:t>
            </a:r>
            <a:r>
              <a:rPr lang="fr-FR" dirty="0" smtClean="0"/>
              <a:t>données.</a:t>
            </a:r>
          </a:p>
          <a:p>
            <a:r>
              <a:rPr lang="fr-FR" dirty="0" smtClean="0"/>
              <a:t>Avant </a:t>
            </a:r>
            <a:r>
              <a:rPr lang="fr-FR" dirty="0"/>
              <a:t>de </a:t>
            </a:r>
            <a:r>
              <a:rPr lang="fr-FR" dirty="0" smtClean="0"/>
              <a:t>stocker </a:t>
            </a:r>
            <a:r>
              <a:rPr lang="fr-FR" dirty="0">
                <a:solidFill>
                  <a:srgbClr val="000099"/>
                </a:solidFill>
              </a:rPr>
              <a:t>quoi que ce soit</a:t>
            </a:r>
            <a:r>
              <a:rPr lang="fr-FR" dirty="0"/>
              <a:t>, </a:t>
            </a:r>
            <a:r>
              <a:rPr lang="fr-FR" dirty="0" smtClean="0"/>
              <a:t>pense </a:t>
            </a:r>
            <a:r>
              <a:rPr lang="fr-FR" dirty="0"/>
              <a:t>non seulement aux données mais aussi aux liens entre les données (MCD) et aux traitements que l'on envisage sur ces données (MCT). </a:t>
            </a:r>
          </a:p>
        </p:txBody>
      </p:sp>
      <p:sp>
        <p:nvSpPr>
          <p:cNvPr id="4" name="Espace réservé du numéro de diapositive 3"/>
          <p:cNvSpPr>
            <a:spLocks noGrp="1"/>
          </p:cNvSpPr>
          <p:nvPr>
            <p:ph type="sldNum" sz="quarter" idx="12"/>
          </p:nvPr>
        </p:nvSpPr>
        <p:spPr/>
        <p:txBody>
          <a:bodyPr/>
          <a:lstStyle/>
          <a:p>
            <a:pPr>
              <a:defRPr/>
            </a:pPr>
            <a:fld id="{E20FA2B6-427A-4E56-A7DF-A5BA83386620}" type="slidenum">
              <a:rPr lang="fr-FR" smtClean="0"/>
              <a:pPr>
                <a:defRPr/>
              </a:pPr>
              <a:t>9</a:t>
            </a:fld>
            <a:endParaRPr lang="fr-FR"/>
          </a:p>
        </p:txBody>
      </p:sp>
    </p:spTree>
    <p:extLst>
      <p:ext uri="{BB962C8B-B14F-4D97-AF65-F5344CB8AC3E}">
        <p14:creationId xmlns:p14="http://schemas.microsoft.com/office/powerpoint/2010/main" val="24987365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dirty="0"/>
              <a:t>DD du SC pourrait être:</a:t>
            </a:r>
          </a:p>
        </p:txBody>
      </p:sp>
      <p:sp>
        <p:nvSpPr>
          <p:cNvPr id="4" name="Espace réservé du numéro de diapositive 3"/>
          <p:cNvSpPr>
            <a:spLocks noGrp="1"/>
          </p:cNvSpPr>
          <p:nvPr>
            <p:ph type="sldNum" sz="quarter" idx="12"/>
          </p:nvPr>
        </p:nvSpPr>
        <p:spPr/>
        <p:txBody>
          <a:bodyPr/>
          <a:lstStyle/>
          <a:p>
            <a:pPr>
              <a:defRPr/>
            </a:pPr>
            <a:fld id="{E20FA2B6-427A-4E56-A7DF-A5BA83386620}" type="slidenum">
              <a:rPr lang="fr-FR" smtClean="0"/>
              <a:pPr>
                <a:defRPr/>
              </a:pPr>
              <a:t>10</a:t>
            </a:fld>
            <a:endParaRPr lang="fr-FR"/>
          </a:p>
        </p:txBody>
      </p:sp>
      <p:graphicFrame>
        <p:nvGraphicFramePr>
          <p:cNvPr id="7" name="Espace réservé du contenu 6"/>
          <p:cNvGraphicFramePr>
            <a:graphicFrameLocks noGrp="1"/>
          </p:cNvGraphicFramePr>
          <p:nvPr>
            <p:ph idx="1"/>
            <p:extLst>
              <p:ext uri="{D42A27DB-BD31-4B8C-83A1-F6EECF244321}">
                <p14:modId xmlns:p14="http://schemas.microsoft.com/office/powerpoint/2010/main" val="4160739584"/>
              </p:ext>
            </p:extLst>
          </p:nvPr>
        </p:nvGraphicFramePr>
        <p:xfrm>
          <a:off x="1435100" y="1447800"/>
          <a:ext cx="6460436" cy="4348480"/>
        </p:xfrm>
        <a:graphic>
          <a:graphicData uri="http://schemas.openxmlformats.org/drawingml/2006/table">
            <a:tbl>
              <a:tblPr firstRow="1" bandRow="1">
                <a:tableStyleId>{5C22544A-7EE6-4342-B048-85BDC9FD1C3A}</a:tableStyleId>
              </a:tblPr>
              <a:tblGrid>
                <a:gridCol w="1907915"/>
                <a:gridCol w="2903312"/>
                <a:gridCol w="713105"/>
                <a:gridCol w="936104"/>
              </a:tblGrid>
              <a:tr h="370840">
                <a:tc>
                  <a:txBody>
                    <a:bodyPr/>
                    <a:lstStyle/>
                    <a:p>
                      <a:r>
                        <a:rPr lang="fr-FR" dirty="0" smtClean="0"/>
                        <a:t>Nom</a:t>
                      </a:r>
                      <a:endParaRPr lang="fr-FR" dirty="0"/>
                    </a:p>
                  </a:txBody>
                  <a:tcPr/>
                </a:tc>
                <a:tc>
                  <a:txBody>
                    <a:bodyPr/>
                    <a:lstStyle/>
                    <a:p>
                      <a:r>
                        <a:rPr lang="fr-FR" dirty="0" smtClean="0"/>
                        <a:t>signification</a:t>
                      </a:r>
                      <a:endParaRPr lang="fr-FR" dirty="0"/>
                    </a:p>
                  </a:txBody>
                  <a:tcPr/>
                </a:tc>
                <a:tc>
                  <a:txBody>
                    <a:bodyPr/>
                    <a:lstStyle/>
                    <a:p>
                      <a:r>
                        <a:rPr lang="fr-FR" dirty="0" smtClean="0"/>
                        <a:t>type</a:t>
                      </a:r>
                      <a:endParaRPr lang="fr-FR" dirty="0"/>
                    </a:p>
                  </a:txBody>
                  <a:tcPr/>
                </a:tc>
                <a:tc>
                  <a:txBody>
                    <a:bodyPr/>
                    <a:lstStyle/>
                    <a:p>
                      <a:r>
                        <a:rPr lang="fr-FR" dirty="0" smtClean="0"/>
                        <a:t>longueur</a:t>
                      </a:r>
                      <a:endParaRPr lang="fr-FR" dirty="0"/>
                    </a:p>
                  </a:txBody>
                  <a:tcPr/>
                </a:tc>
              </a:tr>
              <a:tr h="370840">
                <a:tc>
                  <a:txBody>
                    <a:bodyPr/>
                    <a:lstStyle/>
                    <a:p>
                      <a:r>
                        <a:rPr lang="fr-FR" dirty="0" err="1" smtClean="0"/>
                        <a:t>numcli</a:t>
                      </a:r>
                      <a:endParaRPr lang="fr-FR" dirty="0"/>
                    </a:p>
                  </a:txBody>
                  <a:tcPr/>
                </a:tc>
                <a:tc>
                  <a:txBody>
                    <a:bodyPr/>
                    <a:lstStyle/>
                    <a:p>
                      <a:r>
                        <a:rPr lang="fr-FR" dirty="0" smtClean="0"/>
                        <a:t>Numéro client</a:t>
                      </a:r>
                      <a:endParaRPr lang="fr-FR" dirty="0"/>
                    </a:p>
                  </a:txBody>
                  <a:tcPr/>
                </a:tc>
                <a:tc>
                  <a:txBody>
                    <a:bodyPr/>
                    <a:lstStyle/>
                    <a:p>
                      <a:r>
                        <a:rPr lang="fr-FR" dirty="0" smtClean="0"/>
                        <a:t>N</a:t>
                      </a:r>
                      <a:endParaRPr lang="fr-FR" dirty="0"/>
                    </a:p>
                  </a:txBody>
                  <a:tcPr/>
                </a:tc>
                <a:tc>
                  <a:txBody>
                    <a:bodyPr/>
                    <a:lstStyle/>
                    <a:p>
                      <a:r>
                        <a:rPr lang="fr-FR" dirty="0" smtClean="0"/>
                        <a:t>3</a:t>
                      </a:r>
                      <a:endParaRPr lang="fr-FR" dirty="0"/>
                    </a:p>
                  </a:txBody>
                  <a:tcPr/>
                </a:tc>
              </a:tr>
              <a:tr h="370840">
                <a:tc>
                  <a:txBody>
                    <a:bodyPr/>
                    <a:lstStyle/>
                    <a:p>
                      <a:r>
                        <a:rPr lang="fr-FR" dirty="0" err="1" smtClean="0"/>
                        <a:t>nomcli</a:t>
                      </a:r>
                      <a:endParaRPr lang="fr-FR" dirty="0"/>
                    </a:p>
                  </a:txBody>
                  <a:tcPr/>
                </a:tc>
                <a:tc>
                  <a:txBody>
                    <a:bodyPr/>
                    <a:lstStyle/>
                    <a:p>
                      <a:r>
                        <a:rPr lang="fr-FR" dirty="0" smtClean="0"/>
                        <a:t>Nom</a:t>
                      </a:r>
                      <a:r>
                        <a:rPr lang="fr-FR" baseline="0" dirty="0" smtClean="0"/>
                        <a:t> client</a:t>
                      </a:r>
                      <a:endParaRPr lang="fr-FR" dirty="0"/>
                    </a:p>
                  </a:txBody>
                  <a:tcPr/>
                </a:tc>
                <a:tc>
                  <a:txBody>
                    <a:bodyPr/>
                    <a:lstStyle/>
                    <a:p>
                      <a:r>
                        <a:rPr lang="fr-FR" dirty="0" smtClean="0"/>
                        <a:t>A</a:t>
                      </a:r>
                      <a:endParaRPr lang="fr-FR" dirty="0"/>
                    </a:p>
                  </a:txBody>
                  <a:tcPr/>
                </a:tc>
                <a:tc>
                  <a:txBody>
                    <a:bodyPr/>
                    <a:lstStyle/>
                    <a:p>
                      <a:r>
                        <a:rPr lang="fr-FR" dirty="0" smtClean="0"/>
                        <a:t>40</a:t>
                      </a:r>
                      <a:endParaRPr lang="fr-FR" dirty="0"/>
                    </a:p>
                  </a:txBody>
                  <a:tcPr/>
                </a:tc>
              </a:tr>
              <a:tr h="370840">
                <a:tc>
                  <a:txBody>
                    <a:bodyPr/>
                    <a:lstStyle/>
                    <a:p>
                      <a:r>
                        <a:rPr lang="fr-FR" dirty="0" err="1" smtClean="0"/>
                        <a:t>adrcli</a:t>
                      </a:r>
                      <a:endParaRPr lang="fr-FR" dirty="0"/>
                    </a:p>
                  </a:txBody>
                  <a:tcPr/>
                </a:tc>
                <a:tc>
                  <a:txBody>
                    <a:bodyPr/>
                    <a:lstStyle/>
                    <a:p>
                      <a:r>
                        <a:rPr lang="fr-FR" dirty="0" smtClean="0"/>
                        <a:t>Adresse client</a:t>
                      </a:r>
                      <a:endParaRPr lang="fr-FR" dirty="0"/>
                    </a:p>
                  </a:txBody>
                  <a:tcPr/>
                </a:tc>
                <a:tc>
                  <a:txBody>
                    <a:bodyPr/>
                    <a:lstStyle/>
                    <a:p>
                      <a:r>
                        <a:rPr lang="fr-FR" dirty="0" smtClean="0"/>
                        <a:t>AN</a:t>
                      </a:r>
                      <a:endParaRPr lang="fr-FR" dirty="0"/>
                    </a:p>
                  </a:txBody>
                  <a:tcPr/>
                </a:tc>
                <a:tc>
                  <a:txBody>
                    <a:bodyPr/>
                    <a:lstStyle/>
                    <a:p>
                      <a:r>
                        <a:rPr lang="fr-FR" dirty="0" smtClean="0"/>
                        <a:t>40</a:t>
                      </a:r>
                      <a:endParaRPr lang="fr-FR" dirty="0"/>
                    </a:p>
                  </a:txBody>
                  <a:tcPr/>
                </a:tc>
              </a:tr>
              <a:tr h="370840">
                <a:tc>
                  <a:txBody>
                    <a:bodyPr/>
                    <a:lstStyle/>
                    <a:p>
                      <a:r>
                        <a:rPr lang="fr-FR" dirty="0" err="1" smtClean="0"/>
                        <a:t>numcom</a:t>
                      </a:r>
                      <a:endParaRPr lang="fr-FR" dirty="0"/>
                    </a:p>
                  </a:txBody>
                  <a:tcPr/>
                </a:tc>
                <a:tc>
                  <a:txBody>
                    <a:bodyPr/>
                    <a:lstStyle/>
                    <a:p>
                      <a:r>
                        <a:rPr lang="fr-FR" dirty="0" smtClean="0"/>
                        <a:t>Numéro commande</a:t>
                      </a:r>
                      <a:endParaRPr lang="fr-FR" dirty="0"/>
                    </a:p>
                  </a:txBody>
                  <a:tcPr/>
                </a:tc>
                <a:tc>
                  <a:txBody>
                    <a:bodyPr/>
                    <a:lstStyle/>
                    <a:p>
                      <a:endParaRPr lang="fr-FR"/>
                    </a:p>
                  </a:txBody>
                  <a:tcPr/>
                </a:tc>
                <a:tc>
                  <a:txBody>
                    <a:bodyPr/>
                    <a:lstStyle/>
                    <a:p>
                      <a:endParaRPr lang="fr-FR"/>
                    </a:p>
                  </a:txBody>
                  <a:tcPr/>
                </a:tc>
              </a:tr>
              <a:tr h="370840">
                <a:tc>
                  <a:txBody>
                    <a:bodyPr/>
                    <a:lstStyle/>
                    <a:p>
                      <a:r>
                        <a:rPr lang="fr-FR" dirty="0" err="1" smtClean="0"/>
                        <a:t>datecom</a:t>
                      </a:r>
                      <a:endParaRPr lang="fr-FR" dirty="0"/>
                    </a:p>
                  </a:txBody>
                  <a:tcPr/>
                </a:tc>
                <a:tc>
                  <a:txBody>
                    <a:bodyPr/>
                    <a:lstStyle/>
                    <a:p>
                      <a:r>
                        <a:rPr lang="fr-FR" dirty="0" smtClean="0"/>
                        <a:t>Date de commande</a:t>
                      </a:r>
                      <a:endParaRPr lang="fr-FR" dirty="0"/>
                    </a:p>
                  </a:txBody>
                  <a:tcPr/>
                </a:tc>
                <a:tc>
                  <a:txBody>
                    <a:bodyPr/>
                    <a:lstStyle/>
                    <a:p>
                      <a:r>
                        <a:rPr lang="fr-FR" dirty="0" smtClean="0"/>
                        <a:t>date</a:t>
                      </a:r>
                      <a:endParaRPr lang="fr-FR" dirty="0"/>
                    </a:p>
                  </a:txBody>
                  <a:tcPr/>
                </a:tc>
                <a:tc>
                  <a:txBody>
                    <a:bodyPr/>
                    <a:lstStyle/>
                    <a:p>
                      <a:endParaRPr lang="fr-FR"/>
                    </a:p>
                  </a:txBody>
                  <a:tcPr/>
                </a:tc>
              </a:tr>
              <a:tr h="370840">
                <a:tc>
                  <a:txBody>
                    <a:bodyPr/>
                    <a:lstStyle/>
                    <a:p>
                      <a:r>
                        <a:rPr lang="fr-FR" dirty="0" err="1" smtClean="0"/>
                        <a:t>numarti</a:t>
                      </a:r>
                      <a:endParaRPr lang="fr-FR" dirty="0"/>
                    </a:p>
                  </a:txBody>
                  <a:tcPr/>
                </a:tc>
                <a:tc>
                  <a:txBody>
                    <a:bodyPr/>
                    <a:lstStyle/>
                    <a:p>
                      <a:endParaRPr lang="fr-FR" dirty="0"/>
                    </a:p>
                  </a:txBody>
                  <a:tcPr/>
                </a:tc>
                <a:tc>
                  <a:txBody>
                    <a:bodyPr/>
                    <a:lstStyle/>
                    <a:p>
                      <a:r>
                        <a:rPr lang="fr-FR" dirty="0" smtClean="0"/>
                        <a:t>N</a:t>
                      </a:r>
                      <a:endParaRPr lang="fr-FR" dirty="0"/>
                    </a:p>
                  </a:txBody>
                  <a:tcPr/>
                </a:tc>
                <a:tc>
                  <a:txBody>
                    <a:bodyPr/>
                    <a:lstStyle/>
                    <a:p>
                      <a:endParaRPr lang="fr-FR"/>
                    </a:p>
                  </a:txBody>
                  <a:tcPr/>
                </a:tc>
              </a:tr>
              <a:tr h="370840">
                <a:tc>
                  <a:txBody>
                    <a:bodyPr/>
                    <a:lstStyle/>
                    <a:p>
                      <a:r>
                        <a:rPr lang="fr-FR" dirty="0" smtClean="0"/>
                        <a:t>pu</a:t>
                      </a:r>
                      <a:endParaRPr lang="fr-FR" dirty="0"/>
                    </a:p>
                  </a:txBody>
                  <a:tcPr/>
                </a:tc>
                <a:tc>
                  <a:txBody>
                    <a:bodyPr/>
                    <a:lstStyle/>
                    <a:p>
                      <a:r>
                        <a:rPr lang="fr-FR" dirty="0" smtClean="0"/>
                        <a:t>Prix unitaire</a:t>
                      </a:r>
                      <a:endParaRPr lang="fr-FR" dirty="0"/>
                    </a:p>
                  </a:txBody>
                  <a:tcPr/>
                </a:tc>
                <a:tc>
                  <a:txBody>
                    <a:bodyPr/>
                    <a:lstStyle/>
                    <a:p>
                      <a:r>
                        <a:rPr lang="fr-FR" dirty="0" smtClean="0"/>
                        <a:t>N</a:t>
                      </a:r>
                      <a:endParaRPr lang="fr-FR" dirty="0"/>
                    </a:p>
                  </a:txBody>
                  <a:tcPr/>
                </a:tc>
                <a:tc>
                  <a:txBody>
                    <a:bodyPr/>
                    <a:lstStyle/>
                    <a:p>
                      <a:r>
                        <a:rPr lang="fr-FR" dirty="0" smtClean="0"/>
                        <a:t>2</a:t>
                      </a:r>
                      <a:endParaRPr lang="fr-FR" dirty="0"/>
                    </a:p>
                  </a:txBody>
                  <a:tcPr/>
                </a:tc>
              </a:tr>
              <a:tr h="370840">
                <a:tc>
                  <a:txBody>
                    <a:bodyPr/>
                    <a:lstStyle/>
                    <a:p>
                      <a:r>
                        <a:rPr lang="fr-FR" dirty="0" err="1" smtClean="0"/>
                        <a:t>numrep</a:t>
                      </a:r>
                      <a:endParaRPr lang="fr-FR" dirty="0"/>
                    </a:p>
                  </a:txBody>
                  <a:tcPr/>
                </a:tc>
                <a:tc>
                  <a:txBody>
                    <a:bodyPr/>
                    <a:lstStyle/>
                    <a:p>
                      <a:r>
                        <a:rPr lang="fr-FR" dirty="0" smtClean="0"/>
                        <a:t>Numéro</a:t>
                      </a:r>
                      <a:r>
                        <a:rPr lang="fr-FR" baseline="0" dirty="0" smtClean="0"/>
                        <a:t> représentant</a:t>
                      </a:r>
                      <a:endParaRPr lang="fr-FR" dirty="0"/>
                    </a:p>
                  </a:txBody>
                  <a:tcPr/>
                </a:tc>
                <a:tc>
                  <a:txBody>
                    <a:bodyPr/>
                    <a:lstStyle/>
                    <a:p>
                      <a:r>
                        <a:rPr lang="fr-FR" dirty="0" smtClean="0"/>
                        <a:t>N</a:t>
                      </a:r>
                      <a:endParaRPr lang="fr-FR" dirty="0"/>
                    </a:p>
                  </a:txBody>
                  <a:tcPr/>
                </a:tc>
                <a:tc>
                  <a:txBody>
                    <a:bodyPr/>
                    <a:lstStyle/>
                    <a:p>
                      <a:r>
                        <a:rPr lang="fr-FR" dirty="0" smtClean="0"/>
                        <a:t>2</a:t>
                      </a:r>
                      <a:endParaRPr lang="fr-FR" dirty="0"/>
                    </a:p>
                  </a:txBody>
                  <a:tcPr/>
                </a:tc>
              </a:tr>
              <a:tr h="370840">
                <a:tc>
                  <a:txBody>
                    <a:bodyPr/>
                    <a:lstStyle/>
                    <a:p>
                      <a:r>
                        <a:rPr lang="fr-FR" dirty="0" err="1" smtClean="0"/>
                        <a:t>qteCom</a:t>
                      </a:r>
                      <a:endParaRPr lang="fr-FR" dirty="0"/>
                    </a:p>
                  </a:txBody>
                  <a:tcPr/>
                </a:tc>
                <a:tc>
                  <a:txBody>
                    <a:bodyPr/>
                    <a:lstStyle/>
                    <a:p>
                      <a:r>
                        <a:rPr lang="fr-FR" dirty="0" smtClean="0"/>
                        <a:t>Quantité commandé</a:t>
                      </a:r>
                      <a:endParaRPr lang="fr-FR" dirty="0"/>
                    </a:p>
                  </a:txBody>
                  <a:tcPr/>
                </a:tc>
                <a:tc>
                  <a:txBody>
                    <a:bodyPr/>
                    <a:lstStyle/>
                    <a:p>
                      <a:r>
                        <a:rPr lang="fr-FR" dirty="0" smtClean="0"/>
                        <a:t>N</a:t>
                      </a:r>
                      <a:endParaRPr lang="fr-FR" dirty="0"/>
                    </a:p>
                  </a:txBody>
                  <a:tcPr/>
                </a:tc>
                <a:tc>
                  <a:txBody>
                    <a:bodyPr/>
                    <a:lstStyle/>
                    <a:p>
                      <a:r>
                        <a:rPr lang="fr-FR" dirty="0" smtClean="0"/>
                        <a:t>2</a:t>
                      </a:r>
                      <a:endParaRPr lang="fr-FR" dirty="0"/>
                    </a:p>
                  </a:txBody>
                  <a:tcPr/>
                </a:tc>
              </a:tr>
              <a:tr h="370840">
                <a:tc>
                  <a:txBody>
                    <a:bodyPr/>
                    <a:lstStyle/>
                    <a:p>
                      <a:r>
                        <a:rPr lang="fr-FR" dirty="0" smtClean="0"/>
                        <a:t>etc.</a:t>
                      </a:r>
                      <a:endParaRPr lang="fr-FR" dirty="0"/>
                    </a:p>
                  </a:txBody>
                  <a:tcPr/>
                </a:tc>
                <a:tc>
                  <a:txBody>
                    <a:bodyPr/>
                    <a:lstStyle/>
                    <a:p>
                      <a:r>
                        <a:rPr lang="fr-FR" dirty="0" smtClean="0"/>
                        <a:t>……………………</a:t>
                      </a:r>
                      <a:endParaRPr lang="fr-FR" dirty="0"/>
                    </a:p>
                  </a:txBody>
                  <a:tcPr/>
                </a:tc>
                <a:tc>
                  <a:txBody>
                    <a:bodyPr/>
                    <a:lstStyle/>
                    <a:p>
                      <a:r>
                        <a:rPr lang="fr-FR" dirty="0" smtClean="0"/>
                        <a:t>……</a:t>
                      </a:r>
                      <a:endParaRPr lang="fr-FR" dirty="0"/>
                    </a:p>
                  </a:txBody>
                  <a:tcPr/>
                </a:tc>
                <a:tc>
                  <a:txBody>
                    <a:bodyPr/>
                    <a:lstStyle/>
                    <a:p>
                      <a:r>
                        <a:rPr lang="fr-FR" dirty="0" smtClean="0"/>
                        <a:t>…..</a:t>
                      </a:r>
                      <a:endParaRPr lang="fr-FR" dirty="0"/>
                    </a:p>
                  </a:txBody>
                  <a:tcPr/>
                </a:tc>
              </a:tr>
            </a:tbl>
          </a:graphicData>
        </a:graphic>
      </p:graphicFrame>
    </p:spTree>
    <p:extLst>
      <p:ext uri="{BB962C8B-B14F-4D97-AF65-F5344CB8AC3E}">
        <p14:creationId xmlns:p14="http://schemas.microsoft.com/office/powerpoint/2010/main" val="402041319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dirty="0" smtClean="0"/>
              <a:t>Soit le MCD …..</a:t>
            </a:r>
            <a:endParaRPr lang="fr-FR" dirty="0"/>
          </a:p>
        </p:txBody>
      </p:sp>
      <p:sp>
        <p:nvSpPr>
          <p:cNvPr id="3" name="Espace réservé du numéro de diapositive 2"/>
          <p:cNvSpPr>
            <a:spLocks noGrp="1"/>
          </p:cNvSpPr>
          <p:nvPr>
            <p:ph type="sldNum" sz="quarter" idx="12"/>
          </p:nvPr>
        </p:nvSpPr>
        <p:spPr/>
        <p:txBody>
          <a:bodyPr/>
          <a:lstStyle/>
          <a:p>
            <a:pPr>
              <a:defRPr/>
            </a:pPr>
            <a:fld id="{D1307E15-F71D-47B7-B3BA-4439E7AB8D0D}" type="slidenum">
              <a:rPr lang="fr-FR" smtClean="0"/>
              <a:pPr>
                <a:defRPr/>
              </a:pPr>
              <a:t>11</a:t>
            </a:fld>
            <a:endParaRPr lang="fr-FR"/>
          </a:p>
        </p:txBody>
      </p:sp>
      <p:pic>
        <p:nvPicPr>
          <p:cNvPr id="205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259632" y="1340768"/>
            <a:ext cx="7762875" cy="38671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06656484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ormAutofit fontScale="90000"/>
          </a:bodyPr>
          <a:lstStyle/>
          <a:p>
            <a:pPr algn="ctr"/>
            <a:r>
              <a:rPr lang="fr-FR" dirty="0" smtClean="0"/>
              <a:t> Exemple1.  Assistance commerciale</a:t>
            </a:r>
            <a:br>
              <a:rPr lang="fr-FR" dirty="0" smtClean="0"/>
            </a:br>
            <a:endParaRPr lang="fr-FR" dirty="0"/>
          </a:p>
        </p:txBody>
      </p:sp>
      <p:sp>
        <p:nvSpPr>
          <p:cNvPr id="3" name="Espace réservé du numéro de diapositive 2"/>
          <p:cNvSpPr>
            <a:spLocks noGrp="1"/>
          </p:cNvSpPr>
          <p:nvPr>
            <p:ph type="sldNum" sz="quarter" idx="12"/>
          </p:nvPr>
        </p:nvSpPr>
        <p:spPr/>
        <p:txBody>
          <a:bodyPr/>
          <a:lstStyle/>
          <a:p>
            <a:pPr>
              <a:defRPr/>
            </a:pPr>
            <a:fld id="{D1307E15-F71D-47B7-B3BA-4439E7AB8D0D}" type="slidenum">
              <a:rPr lang="fr-FR" smtClean="0"/>
              <a:pPr>
                <a:defRPr/>
              </a:pPr>
              <a:t>12</a:t>
            </a:fld>
            <a:endParaRPr lang="fr-FR"/>
          </a:p>
        </p:txBody>
      </p:sp>
      <p:sp>
        <p:nvSpPr>
          <p:cNvPr id="6" name="ZoneTexte 5"/>
          <p:cNvSpPr txBox="1"/>
          <p:nvPr/>
        </p:nvSpPr>
        <p:spPr>
          <a:xfrm>
            <a:off x="1015575" y="1556792"/>
            <a:ext cx="8215370" cy="3785652"/>
          </a:xfrm>
          <a:prstGeom prst="rect">
            <a:avLst/>
          </a:prstGeom>
          <a:noFill/>
        </p:spPr>
        <p:txBody>
          <a:bodyPr wrap="square" rtlCol="0">
            <a:spAutoFit/>
          </a:bodyPr>
          <a:lstStyle/>
          <a:p>
            <a:r>
              <a:rPr lang="fr-FR" sz="2000" b="1" i="1" dirty="0" err="1">
                <a:solidFill>
                  <a:srgbClr val="C00000"/>
                </a:solidFill>
              </a:rPr>
              <a:t>M</a:t>
            </a:r>
            <a:r>
              <a:rPr lang="fr-FR" sz="2000" b="1" i="1" dirty="0" err="1" smtClean="0">
                <a:solidFill>
                  <a:srgbClr val="C00000"/>
                </a:solidFill>
              </a:rPr>
              <a:t>aroccall</a:t>
            </a:r>
            <a:r>
              <a:rPr lang="fr-FR" sz="2000" b="1" dirty="0" smtClean="0">
                <a:solidFill>
                  <a:srgbClr val="C00000"/>
                </a:solidFill>
              </a:rPr>
              <a:t> est </a:t>
            </a:r>
            <a:r>
              <a:rPr lang="fr-FR" sz="2000" b="1" dirty="0" smtClean="0"/>
              <a:t>une entreprise qui</a:t>
            </a:r>
            <a:r>
              <a:rPr lang="fr-FR" sz="2000" dirty="0" smtClean="0"/>
              <a:t> met à la disposition de ses clients un service d'assistance téléphonique. </a:t>
            </a:r>
            <a:br>
              <a:rPr lang="fr-FR" sz="2000" dirty="0" smtClean="0"/>
            </a:br>
            <a:r>
              <a:rPr lang="fr-FR" sz="2000" dirty="0" smtClean="0"/>
              <a:t>Un client appelle le numéro d'assistance, le standard demande au client de fournir son code client. </a:t>
            </a:r>
            <a:r>
              <a:rPr lang="fr-FR" sz="2000" dirty="0"/>
              <a:t>L</a:t>
            </a:r>
            <a:r>
              <a:rPr lang="fr-FR" sz="2000" dirty="0" smtClean="0"/>
              <a:t>'appel est ensuite transmis à l'accueil téléphonique du service commercial. </a:t>
            </a:r>
            <a:br>
              <a:rPr lang="fr-FR" sz="2000" dirty="0" smtClean="0"/>
            </a:br>
            <a:r>
              <a:rPr lang="fr-FR" sz="2000" dirty="0" smtClean="0"/>
              <a:t>Le client pose sa question. L’accueil peut répondre à la plupart des questions courantes et assure une assistance de premier niveau. Dans le cas ou la question est difficile, elle est transféré à un commercial spécialiste de la question posée par le client. Ce spécialiste prend connaissance de la question du client et lui fournit une réponse. </a:t>
            </a:r>
          </a:p>
          <a:p>
            <a:endParaRPr lang="fr-FR" sz="2000" b="1" i="1" dirty="0" smtClean="0">
              <a:solidFill>
                <a:srgbClr val="7030A0"/>
              </a:solidFill>
            </a:endParaRPr>
          </a:p>
          <a:p>
            <a:r>
              <a:rPr lang="fr-FR" sz="2000" b="1" i="1" dirty="0" smtClean="0">
                <a:solidFill>
                  <a:srgbClr val="7030A0"/>
                </a:solidFill>
              </a:rPr>
              <a:t>T.A.F.</a:t>
            </a:r>
            <a:r>
              <a:rPr lang="fr-FR" sz="2000" b="1" dirty="0" smtClean="0">
                <a:solidFill>
                  <a:srgbClr val="7030A0"/>
                </a:solidFill>
              </a:rPr>
              <a:t> Donner le diagramme de flux (MCC)</a:t>
            </a:r>
            <a:endParaRPr lang="fr-FR" sz="2000" b="1" dirty="0">
              <a:solidFill>
                <a:srgbClr val="7030A0"/>
              </a:solidFill>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ormAutofit fontScale="90000"/>
          </a:bodyPr>
          <a:lstStyle/>
          <a:p>
            <a:pPr algn="ctr"/>
            <a:r>
              <a:rPr lang="fr-FR" dirty="0" smtClean="0"/>
              <a:t> Exemple1.  Assistance commerciale</a:t>
            </a:r>
            <a:br>
              <a:rPr lang="fr-FR" dirty="0" smtClean="0"/>
            </a:br>
            <a:endParaRPr lang="fr-FR" dirty="0"/>
          </a:p>
        </p:txBody>
      </p:sp>
      <p:sp>
        <p:nvSpPr>
          <p:cNvPr id="3" name="Espace réservé du numéro de diapositive 2"/>
          <p:cNvSpPr>
            <a:spLocks noGrp="1"/>
          </p:cNvSpPr>
          <p:nvPr>
            <p:ph type="sldNum" sz="quarter" idx="12"/>
          </p:nvPr>
        </p:nvSpPr>
        <p:spPr/>
        <p:txBody>
          <a:bodyPr/>
          <a:lstStyle/>
          <a:p>
            <a:pPr>
              <a:defRPr/>
            </a:pPr>
            <a:fld id="{D1307E15-F71D-47B7-B3BA-4439E7AB8D0D}" type="slidenum">
              <a:rPr lang="fr-FR" smtClean="0"/>
              <a:pPr>
                <a:defRPr/>
              </a:pPr>
              <a:t>13</a:t>
            </a:fld>
            <a:endParaRPr lang="fr-FR"/>
          </a:p>
        </p:txBody>
      </p:sp>
      <p:sp>
        <p:nvSpPr>
          <p:cNvPr id="6" name="ZoneTexte 5"/>
          <p:cNvSpPr txBox="1"/>
          <p:nvPr/>
        </p:nvSpPr>
        <p:spPr>
          <a:xfrm>
            <a:off x="1027293" y="1556792"/>
            <a:ext cx="8215370" cy="3785652"/>
          </a:xfrm>
          <a:prstGeom prst="rect">
            <a:avLst/>
          </a:prstGeom>
          <a:noFill/>
        </p:spPr>
        <p:txBody>
          <a:bodyPr wrap="square" rtlCol="0">
            <a:spAutoFit/>
          </a:bodyPr>
          <a:lstStyle/>
          <a:p>
            <a:r>
              <a:rPr lang="fr-FR" sz="2000" b="1" i="1" dirty="0" err="1">
                <a:solidFill>
                  <a:srgbClr val="C00000"/>
                </a:solidFill>
              </a:rPr>
              <a:t>M</a:t>
            </a:r>
            <a:r>
              <a:rPr lang="fr-FR" sz="2000" b="1" i="1" dirty="0" err="1" smtClean="0">
                <a:solidFill>
                  <a:srgbClr val="C00000"/>
                </a:solidFill>
              </a:rPr>
              <a:t>aroccall</a:t>
            </a:r>
            <a:r>
              <a:rPr lang="fr-FR" sz="2000" b="1" dirty="0" smtClean="0">
                <a:solidFill>
                  <a:srgbClr val="C00000"/>
                </a:solidFill>
              </a:rPr>
              <a:t> est </a:t>
            </a:r>
            <a:r>
              <a:rPr lang="fr-FR" sz="2000" b="1" dirty="0" smtClean="0"/>
              <a:t>une entreprise qui</a:t>
            </a:r>
            <a:r>
              <a:rPr lang="fr-FR" sz="2000" dirty="0" smtClean="0"/>
              <a:t> met à la disposition de ses clients un service d'assistance téléphonique. </a:t>
            </a:r>
            <a:br>
              <a:rPr lang="fr-FR" sz="2000" dirty="0" smtClean="0"/>
            </a:br>
            <a:r>
              <a:rPr lang="fr-FR" sz="2000" dirty="0" smtClean="0"/>
              <a:t>Un client appelle le numéro d'assistance, le standard demande au client de fournir son code client. </a:t>
            </a:r>
            <a:r>
              <a:rPr lang="fr-FR" sz="2000" dirty="0"/>
              <a:t>L</a:t>
            </a:r>
            <a:r>
              <a:rPr lang="fr-FR" sz="2000" dirty="0" smtClean="0"/>
              <a:t>'appel est ensuite transmis à l'accueil téléphonique du service commercial. </a:t>
            </a:r>
            <a:r>
              <a:rPr lang="fr-FR" sz="2000" dirty="0">
                <a:solidFill>
                  <a:srgbClr val="7030A0"/>
                </a:solidFill>
                <a:effectLst>
                  <a:outerShdw blurRad="38100" dist="38100" dir="2700000" algn="tl">
                    <a:srgbClr val="000000">
                      <a:alpha val="43137"/>
                    </a:srgbClr>
                  </a:outerShdw>
                </a:effectLst>
              </a:rPr>
              <a:t> (Domaine d’étude)</a:t>
            </a:r>
            <a:r>
              <a:rPr lang="fr-FR" sz="2000" dirty="0" smtClean="0"/>
              <a:t/>
            </a:r>
            <a:br>
              <a:rPr lang="fr-FR" sz="2000" dirty="0" smtClean="0"/>
            </a:br>
            <a:r>
              <a:rPr lang="fr-FR" sz="2000" dirty="0" smtClean="0"/>
              <a:t>Le client pose sa question. L’accueil peut répondre à la plupart des questions courantes et assure une assistance de premier niveau. Dans le cas ou la question est difficile, elle est transféré à un commercial spécialiste de la question posée par le client. Ce spécialiste prend connaissance de la question du client et lui fournit une réponse. </a:t>
            </a:r>
          </a:p>
          <a:p>
            <a:endParaRPr lang="fr-FR" sz="2000" b="1" i="1" dirty="0" smtClean="0">
              <a:solidFill>
                <a:srgbClr val="7030A0"/>
              </a:solidFill>
            </a:endParaRPr>
          </a:p>
          <a:p>
            <a:r>
              <a:rPr lang="fr-FR" sz="2000" b="1" i="1" dirty="0" smtClean="0">
                <a:solidFill>
                  <a:srgbClr val="7030A0"/>
                </a:solidFill>
              </a:rPr>
              <a:t>T.A.F.</a:t>
            </a:r>
            <a:r>
              <a:rPr lang="fr-FR" sz="2000" b="1" dirty="0" smtClean="0">
                <a:solidFill>
                  <a:srgbClr val="7030A0"/>
                </a:solidFill>
              </a:rPr>
              <a:t> Donner le diagramme de flux (MCC)</a:t>
            </a:r>
            <a:endParaRPr lang="fr-FR" sz="2000" b="1" dirty="0">
              <a:solidFill>
                <a:srgbClr val="7030A0"/>
              </a:solidFill>
            </a:endParaRPr>
          </a:p>
        </p:txBody>
      </p:sp>
    </p:spTree>
    <p:extLst>
      <p:ext uri="{BB962C8B-B14F-4D97-AF65-F5344CB8AC3E}">
        <p14:creationId xmlns:p14="http://schemas.microsoft.com/office/powerpoint/2010/main" val="235211085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1428728" y="1214422"/>
            <a:ext cx="7499350" cy="214314"/>
          </a:xfrm>
        </p:spPr>
        <p:txBody>
          <a:bodyPr>
            <a:normAutofit fontScale="90000"/>
          </a:bodyPr>
          <a:lstStyle/>
          <a:p>
            <a:r>
              <a:rPr lang="fr-FR" dirty="0" smtClean="0"/>
              <a:t>Dictionnaire des acteurs :</a:t>
            </a:r>
            <a:br>
              <a:rPr lang="fr-FR" dirty="0" smtClean="0"/>
            </a:br>
            <a:r>
              <a:rPr lang="fr-FR" dirty="0" smtClean="0"/>
              <a:t/>
            </a:r>
            <a:br>
              <a:rPr lang="fr-FR" dirty="0" smtClean="0"/>
            </a:br>
            <a:endParaRPr lang="fr-FR" dirty="0"/>
          </a:p>
        </p:txBody>
      </p:sp>
      <p:sp>
        <p:nvSpPr>
          <p:cNvPr id="3" name="Espace réservé du numéro de diapositive 2"/>
          <p:cNvSpPr>
            <a:spLocks noGrp="1"/>
          </p:cNvSpPr>
          <p:nvPr>
            <p:ph type="sldNum" sz="quarter" idx="12"/>
          </p:nvPr>
        </p:nvSpPr>
        <p:spPr/>
        <p:txBody>
          <a:bodyPr/>
          <a:lstStyle/>
          <a:p>
            <a:pPr>
              <a:defRPr/>
            </a:pPr>
            <a:fld id="{D1307E15-F71D-47B7-B3BA-4439E7AB8D0D}" type="slidenum">
              <a:rPr lang="fr-FR" smtClean="0"/>
              <a:pPr>
                <a:defRPr/>
              </a:pPr>
              <a:t>14</a:t>
            </a:fld>
            <a:endParaRPr lang="fr-FR"/>
          </a:p>
        </p:txBody>
      </p:sp>
      <p:pic>
        <p:nvPicPr>
          <p:cNvPr id="41986" name="Picture 2"/>
          <p:cNvPicPr>
            <a:picLocks noChangeAspect="1" noChangeArrowheads="1"/>
          </p:cNvPicPr>
          <p:nvPr/>
        </p:nvPicPr>
        <p:blipFill>
          <a:blip r:embed="rId2"/>
          <a:srcRect/>
          <a:stretch>
            <a:fillRect/>
          </a:stretch>
        </p:blipFill>
        <p:spPr bwMode="auto">
          <a:xfrm>
            <a:off x="978795" y="1428736"/>
            <a:ext cx="8165205" cy="2218182"/>
          </a:xfrm>
          <a:prstGeom prst="rect">
            <a:avLst/>
          </a:prstGeom>
          <a:ln w="190500" cap="sq">
            <a:solidFill>
              <a:srgbClr val="C8C6BD"/>
            </a:solidFill>
            <a:prstDash val="solid"/>
            <a:miter lim="800000"/>
          </a:ln>
          <a:effectLst>
            <a:outerShdw blurRad="254000" algn="bl" rotWithShape="0">
              <a:srgbClr val="000000">
                <a:alpha val="43000"/>
              </a:srgbClr>
            </a:outerShdw>
          </a:effectLst>
          <a:scene3d>
            <a:camera prst="perspectiveFront" fov="5400000"/>
            <a:lightRig rig="threePt" dir="t">
              <a:rot lat="0" lon="0" rev="2100000"/>
            </a:lightRig>
          </a:scene3d>
          <a:sp3d extrusionH="25400">
            <a:bevelT w="304800" h="152400" prst="hardEdge"/>
            <a:extrusionClr>
              <a:srgbClr val="000000"/>
            </a:extrusionClr>
          </a:sp3d>
        </p:spPr>
      </p:pic>
    </p:spTree>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1285852" y="285728"/>
            <a:ext cx="7499350" cy="582594"/>
          </a:xfrm>
        </p:spPr>
        <p:txBody>
          <a:bodyPr>
            <a:normAutofit fontScale="90000"/>
          </a:bodyPr>
          <a:lstStyle/>
          <a:p>
            <a:pPr algn="ctr"/>
            <a:r>
              <a:rPr lang="fr-FR" dirty="0" smtClean="0"/>
              <a:t>Flux</a:t>
            </a:r>
            <a:endParaRPr lang="fr-FR" dirty="0"/>
          </a:p>
        </p:txBody>
      </p:sp>
      <p:sp>
        <p:nvSpPr>
          <p:cNvPr id="3" name="Espace réservé du numéro de diapositive 2"/>
          <p:cNvSpPr>
            <a:spLocks noGrp="1"/>
          </p:cNvSpPr>
          <p:nvPr>
            <p:ph type="sldNum" sz="quarter" idx="12"/>
          </p:nvPr>
        </p:nvSpPr>
        <p:spPr/>
        <p:txBody>
          <a:bodyPr/>
          <a:lstStyle/>
          <a:p>
            <a:pPr>
              <a:defRPr/>
            </a:pPr>
            <a:fld id="{D1307E15-F71D-47B7-B3BA-4439E7AB8D0D}" type="slidenum">
              <a:rPr lang="fr-FR" smtClean="0"/>
              <a:pPr>
                <a:defRPr/>
              </a:pPr>
              <a:t>15</a:t>
            </a:fld>
            <a:endParaRPr lang="fr-FR"/>
          </a:p>
        </p:txBody>
      </p:sp>
      <p:pic>
        <p:nvPicPr>
          <p:cNvPr id="43010" name="Picture 2"/>
          <p:cNvPicPr>
            <a:picLocks noChangeAspect="1" noChangeArrowheads="1"/>
          </p:cNvPicPr>
          <p:nvPr/>
        </p:nvPicPr>
        <p:blipFill>
          <a:blip r:embed="rId2"/>
          <a:srcRect/>
          <a:stretch>
            <a:fillRect/>
          </a:stretch>
        </p:blipFill>
        <p:spPr bwMode="auto">
          <a:xfrm>
            <a:off x="1071538" y="1376286"/>
            <a:ext cx="7769536" cy="2447936"/>
          </a:xfrm>
          <a:prstGeom prst="rect">
            <a:avLst/>
          </a:prstGeom>
          <a:noFill/>
          <a:ln w="9525">
            <a:noFill/>
            <a:miter lim="800000"/>
            <a:headEnd/>
            <a:tailEnd/>
          </a:ln>
          <a:effectLst/>
        </p:spPr>
      </p:pic>
      <p:sp>
        <p:nvSpPr>
          <p:cNvPr id="7" name="ZoneTexte 6"/>
          <p:cNvSpPr txBox="1"/>
          <p:nvPr/>
        </p:nvSpPr>
        <p:spPr>
          <a:xfrm>
            <a:off x="1142976" y="1022814"/>
            <a:ext cx="5143536" cy="369332"/>
          </a:xfrm>
          <a:prstGeom prst="rect">
            <a:avLst/>
          </a:prstGeom>
        </p:spPr>
        <p:style>
          <a:lnRef idx="1">
            <a:schemeClr val="accent4"/>
          </a:lnRef>
          <a:fillRef idx="3">
            <a:schemeClr val="accent4"/>
          </a:fillRef>
          <a:effectRef idx="2">
            <a:schemeClr val="accent4"/>
          </a:effectRef>
          <a:fontRef idx="minor">
            <a:schemeClr val="lt1"/>
          </a:fontRef>
        </p:style>
        <p:txBody>
          <a:bodyPr wrap="square">
            <a:spAutoFit/>
          </a:bodyPr>
          <a:lstStyle/>
          <a:p>
            <a:r>
              <a:rPr lang="fr-FR" dirty="0" smtClean="0">
                <a:solidFill>
                  <a:schemeClr val="lt1"/>
                </a:solidFill>
                <a:latin typeface="+mn-lt"/>
              </a:rPr>
              <a:t>Dictionnaire de Flux</a:t>
            </a:r>
          </a:p>
        </p:txBody>
      </p:sp>
      <p:sp>
        <p:nvSpPr>
          <p:cNvPr id="8" name="Rectangle 7"/>
          <p:cNvSpPr/>
          <p:nvPr/>
        </p:nvSpPr>
        <p:spPr>
          <a:xfrm>
            <a:off x="1142976" y="3896578"/>
            <a:ext cx="4572000" cy="923330"/>
          </a:xfrm>
          <a:prstGeom prst="rect">
            <a:avLst/>
          </a:prstGeom>
        </p:spPr>
        <p:style>
          <a:lnRef idx="1">
            <a:schemeClr val="accent4"/>
          </a:lnRef>
          <a:fillRef idx="3">
            <a:schemeClr val="accent4"/>
          </a:fillRef>
          <a:effectRef idx="2">
            <a:schemeClr val="accent4"/>
          </a:effectRef>
          <a:fontRef idx="minor">
            <a:schemeClr val="lt1"/>
          </a:fontRef>
        </p:style>
        <p:txBody>
          <a:bodyPr wrap="square">
            <a:spAutoFit/>
          </a:bodyPr>
          <a:lstStyle/>
          <a:p>
            <a:r>
              <a:rPr lang="fr-FR" dirty="0" smtClean="0"/>
              <a:t>Matrice des flux :</a:t>
            </a:r>
          </a:p>
          <a:p>
            <a:r>
              <a:rPr lang="fr-FR" dirty="0" smtClean="0"/>
              <a:t/>
            </a:r>
            <a:br>
              <a:rPr lang="fr-FR" dirty="0" smtClean="0"/>
            </a:br>
            <a:endParaRPr lang="fr-FR" dirty="0"/>
          </a:p>
        </p:txBody>
      </p:sp>
      <p:pic>
        <p:nvPicPr>
          <p:cNvPr id="43011" name="Picture 3"/>
          <p:cNvPicPr>
            <a:picLocks noChangeAspect="1" noChangeArrowheads="1"/>
          </p:cNvPicPr>
          <p:nvPr/>
        </p:nvPicPr>
        <p:blipFill>
          <a:blip r:embed="rId3"/>
          <a:srcRect/>
          <a:stretch>
            <a:fillRect/>
          </a:stretch>
        </p:blipFill>
        <p:spPr bwMode="auto">
          <a:xfrm>
            <a:off x="1071538" y="4286256"/>
            <a:ext cx="5643602" cy="1856448"/>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pPr algn="ctr"/>
            <a:r>
              <a:rPr lang="fr-FR" dirty="0" smtClean="0"/>
              <a:t>MCC</a:t>
            </a:r>
            <a:endParaRPr lang="fr-FR" dirty="0"/>
          </a:p>
        </p:txBody>
      </p:sp>
      <p:sp>
        <p:nvSpPr>
          <p:cNvPr id="5" name="Espace réservé du tableau 4"/>
          <p:cNvSpPr>
            <a:spLocks noGrp="1"/>
          </p:cNvSpPr>
          <p:nvPr>
            <p:ph type="tbl" idx="1"/>
          </p:nvPr>
        </p:nvSpPr>
        <p:spPr/>
      </p:sp>
      <p:sp>
        <p:nvSpPr>
          <p:cNvPr id="3" name="Espace réservé du numéro de diapositive 2"/>
          <p:cNvSpPr>
            <a:spLocks noGrp="1"/>
          </p:cNvSpPr>
          <p:nvPr>
            <p:ph type="sldNum" sz="quarter" idx="12"/>
          </p:nvPr>
        </p:nvSpPr>
        <p:spPr/>
        <p:txBody>
          <a:bodyPr/>
          <a:lstStyle/>
          <a:p>
            <a:pPr>
              <a:defRPr/>
            </a:pPr>
            <a:fld id="{D1307E15-F71D-47B7-B3BA-4439E7AB8D0D}" type="slidenum">
              <a:rPr lang="fr-FR" smtClean="0"/>
              <a:pPr>
                <a:defRPr/>
              </a:pPr>
              <a:t>16</a:t>
            </a:fld>
            <a:endParaRPr lang="fr-FR"/>
          </a:p>
        </p:txBody>
      </p:sp>
      <p:pic>
        <p:nvPicPr>
          <p:cNvPr id="4098" name="Picture 2" descr="http://2igc.cours.free.fr/CGO/cgo20/cgo24/segami/cgo24104.gif"/>
          <p:cNvPicPr>
            <a:picLocks noChangeAspect="1" noChangeArrowheads="1"/>
          </p:cNvPicPr>
          <p:nvPr/>
        </p:nvPicPr>
        <p:blipFill>
          <a:blip r:embed="rId2"/>
          <a:srcRect/>
          <a:stretch>
            <a:fillRect/>
          </a:stretch>
        </p:blipFill>
        <p:spPr bwMode="auto">
          <a:xfrm>
            <a:off x="1428728" y="1928802"/>
            <a:ext cx="7286676" cy="4611821"/>
          </a:xfrm>
          <a:prstGeom prst="rect">
            <a:avLst/>
          </a:prstGeom>
          <a:noFill/>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0" y="274638"/>
            <a:ext cx="9144000" cy="1143000"/>
          </a:xfrm>
        </p:spPr>
        <p:txBody>
          <a:bodyPr>
            <a:normAutofit fontScale="90000"/>
          </a:bodyPr>
          <a:lstStyle/>
          <a:p>
            <a:r>
              <a:rPr lang="fr-FR" dirty="0" smtClean="0"/>
              <a:t>Exemple 2. </a:t>
            </a:r>
            <a:r>
              <a:rPr lang="fr-FR" sz="3600" dirty="0" smtClean="0">
                <a:effectLst/>
              </a:rPr>
              <a:t>"</a:t>
            </a:r>
            <a:r>
              <a:rPr lang="fr-FR" sz="3600" b="1" dirty="0" smtClean="0">
                <a:solidFill>
                  <a:srgbClr val="C00000"/>
                </a:solidFill>
                <a:effectLst/>
              </a:rPr>
              <a:t>Suivi des clients négligents </a:t>
            </a:r>
            <a:r>
              <a:rPr lang="fr-FR" sz="3600" dirty="0" smtClean="0">
                <a:effectLst/>
              </a:rPr>
              <a:t>"</a:t>
            </a:r>
            <a:br>
              <a:rPr lang="fr-FR" sz="3600" dirty="0" smtClean="0">
                <a:effectLst/>
              </a:rPr>
            </a:br>
            <a:r>
              <a:rPr lang="fr-FR" sz="3600" dirty="0" smtClean="0">
                <a:effectLst/>
              </a:rPr>
              <a:t> </a:t>
            </a:r>
            <a:endParaRPr lang="fr-FR" dirty="0">
              <a:effectLst/>
            </a:endParaRPr>
          </a:p>
        </p:txBody>
      </p:sp>
      <p:sp>
        <p:nvSpPr>
          <p:cNvPr id="4" name="Espace réservé du numéro de diapositive 3"/>
          <p:cNvSpPr>
            <a:spLocks noGrp="1"/>
          </p:cNvSpPr>
          <p:nvPr>
            <p:ph type="sldNum" sz="quarter" idx="12"/>
          </p:nvPr>
        </p:nvSpPr>
        <p:spPr/>
        <p:txBody>
          <a:bodyPr/>
          <a:lstStyle/>
          <a:p>
            <a:pPr>
              <a:defRPr/>
            </a:pPr>
            <a:fld id="{D3BE68B2-E04B-45E1-B9EB-2A4357D0499A}" type="slidenum">
              <a:rPr lang="fr-FR" smtClean="0"/>
              <a:pPr>
                <a:defRPr/>
              </a:pPr>
              <a:t>17</a:t>
            </a:fld>
            <a:endParaRPr lang="fr-FR"/>
          </a:p>
        </p:txBody>
      </p:sp>
      <p:sp>
        <p:nvSpPr>
          <p:cNvPr id="5" name="Rectangle 4"/>
          <p:cNvSpPr/>
          <p:nvPr/>
        </p:nvSpPr>
        <p:spPr>
          <a:xfrm>
            <a:off x="0" y="1428736"/>
            <a:ext cx="9144000" cy="4959756"/>
          </a:xfrm>
          <a:prstGeom prst="rect">
            <a:avLst/>
          </a:prstGeom>
        </p:spPr>
        <p:txBody>
          <a:bodyPr wrap="square">
            <a:spAutoFit/>
          </a:bodyPr>
          <a:lstStyle/>
          <a:p>
            <a:pPr>
              <a:lnSpc>
                <a:spcPct val="150000"/>
              </a:lnSpc>
              <a:spcBef>
                <a:spcPts val="1200"/>
              </a:spcBef>
              <a:spcAft>
                <a:spcPts val="1200"/>
              </a:spcAft>
            </a:pPr>
            <a:r>
              <a:rPr lang="fr-FR" dirty="0" smtClean="0"/>
              <a:t>La société</a:t>
            </a:r>
            <a:r>
              <a:rPr lang="fr-FR" dirty="0" smtClean="0">
                <a:solidFill>
                  <a:srgbClr val="7030A0"/>
                </a:solidFill>
              </a:rPr>
              <a:t> </a:t>
            </a:r>
            <a:r>
              <a:rPr lang="fr-FR" b="1" dirty="0" smtClean="0">
                <a:solidFill>
                  <a:srgbClr val="7030A0"/>
                </a:solidFill>
              </a:rPr>
              <a:t>COCO </a:t>
            </a:r>
            <a:r>
              <a:rPr lang="fr-FR" dirty="0" smtClean="0"/>
              <a:t>a plus que 1000 clients en comptes. Au début de mois, le service "Comptabilité - Finances" demande un état des clients négligents </a:t>
            </a:r>
            <a:r>
              <a:rPr lang="fr-FR" dirty="0" smtClean="0">
                <a:solidFill>
                  <a:srgbClr val="C00000"/>
                </a:solidFill>
              </a:rPr>
              <a:t>(clients ayant plus de 5 jours de retard dans le paiement d'une facture</a:t>
            </a:r>
            <a:r>
              <a:rPr lang="fr-FR" dirty="0" smtClean="0"/>
              <a:t>) au service "Comptabilité-clients". Pour chacun de ces clients, une demande d'information est transmise au service commercial par le biais de la messagerie « courriel ». Sur la base des informations recueillies, le service prend contact avec les clients pour leur faire part du retard et obtenir une explication. Si la situation financière du client ne lui apparaît pas trop critique, elle met en place de nouvelles conditions de paiement. Dans le cas contraire elle transmet le dossier au service contentieux qui démarrera une procédure judiciaire en recouvrement de créance. </a:t>
            </a:r>
          </a:p>
          <a:p>
            <a:pPr>
              <a:lnSpc>
                <a:spcPct val="150000"/>
              </a:lnSpc>
              <a:spcBef>
                <a:spcPts val="0"/>
              </a:spcBef>
              <a:spcAft>
                <a:spcPts val="0"/>
              </a:spcAft>
            </a:pPr>
            <a:r>
              <a:rPr lang="fr-FR" sz="2000" b="1" i="1" dirty="0" smtClean="0">
                <a:solidFill>
                  <a:srgbClr val="FF0000"/>
                </a:solidFill>
                <a:effectLst>
                  <a:outerShdw blurRad="38100" dist="38100" dir="2700000" algn="tl">
                    <a:srgbClr val="000000">
                      <a:alpha val="43137"/>
                    </a:srgbClr>
                  </a:outerShdw>
                </a:effectLst>
              </a:rPr>
              <a:t>TAF. Donner le MCC </a:t>
            </a:r>
            <a:endParaRPr lang="fr-FR" b="1" i="1" dirty="0">
              <a:solidFill>
                <a:srgbClr val="FF0000"/>
              </a:solidFill>
              <a:effectLst>
                <a:outerShdw blurRad="38100" dist="38100" dir="2700000" algn="tl">
                  <a:srgbClr val="000000">
                    <a:alpha val="43137"/>
                  </a:srgbClr>
                </a:outerShdw>
              </a:effectLst>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1043608" y="2420888"/>
            <a:ext cx="7498080" cy="1143000"/>
          </a:xfrm>
        </p:spPr>
        <p:txBody>
          <a:bodyPr/>
          <a:lstStyle/>
          <a:p>
            <a:pPr algn="ctr"/>
            <a:r>
              <a:rPr lang="fr-FR" dirty="0" smtClean="0"/>
              <a:t>FIN</a:t>
            </a:r>
            <a:endParaRPr lang="fr-FR" dirty="0"/>
          </a:p>
        </p:txBody>
      </p:sp>
      <p:sp>
        <p:nvSpPr>
          <p:cNvPr id="3" name="Espace réservé du numéro de diapositive 2"/>
          <p:cNvSpPr>
            <a:spLocks noGrp="1"/>
          </p:cNvSpPr>
          <p:nvPr>
            <p:ph type="sldNum" sz="quarter" idx="12"/>
          </p:nvPr>
        </p:nvSpPr>
        <p:spPr/>
        <p:txBody>
          <a:bodyPr/>
          <a:lstStyle/>
          <a:p>
            <a:pPr>
              <a:defRPr/>
            </a:pPr>
            <a:fld id="{D1307E15-F71D-47B7-B3BA-4439E7AB8D0D}" type="slidenum">
              <a:rPr lang="fr-FR" smtClean="0"/>
              <a:pPr>
                <a:defRPr/>
              </a:pPr>
              <a:t>18</a:t>
            </a:fld>
            <a:endParaRPr lang="fr-FR"/>
          </a:p>
        </p:txBody>
      </p:sp>
    </p:spTree>
    <p:extLst>
      <p:ext uri="{BB962C8B-B14F-4D97-AF65-F5344CB8AC3E}">
        <p14:creationId xmlns:p14="http://schemas.microsoft.com/office/powerpoint/2010/main" val="236742274"/>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Solstice">
  <a:themeElements>
    <a:clrScheme name="Solstice">
      <a:dk1>
        <a:sysClr val="windowText" lastClr="000000"/>
      </a:dk1>
      <a:lt1>
        <a:sysClr val="window" lastClr="FFFFFF"/>
      </a:lt1>
      <a:dk2>
        <a:srgbClr val="4F271C"/>
      </a:dk2>
      <a:lt2>
        <a:srgbClr val="E7DEC9"/>
      </a:lt2>
      <a:accent1>
        <a:srgbClr val="3891A7"/>
      </a:accent1>
      <a:accent2>
        <a:srgbClr val="FEB80A"/>
      </a:accent2>
      <a:accent3>
        <a:srgbClr val="C32D2E"/>
      </a:accent3>
      <a:accent4>
        <a:srgbClr val="84AA33"/>
      </a:accent4>
      <a:accent5>
        <a:srgbClr val="964305"/>
      </a:accent5>
      <a:accent6>
        <a:srgbClr val="475A8D"/>
      </a:accent6>
      <a:hlink>
        <a:srgbClr val="8DC765"/>
      </a:hlink>
      <a:folHlink>
        <a:srgbClr val="AA8A14"/>
      </a:folHlink>
    </a:clrScheme>
    <a:fontScheme name="Solstice">
      <a:majorFont>
        <a:latin typeface="Gill Sans MT"/>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majorFont>
      <a:minorFont>
        <a:latin typeface="Gill Sans MT"/>
        <a:ea typeface=""/>
        <a:cs typeface=""/>
        <a:font script="Grek" typeface="Corbel"/>
        <a:font script="Cyrl" typeface="Corbel"/>
        <a:font script="Jpan" typeface="HGｺﾞｼｯｸE"/>
        <a:font script="Hang" typeface="HY엽서L"/>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minorFont>
    </a:fontScheme>
    <a:fmtScheme name="Solstice">
      <a:fillStyleLst>
        <a:solidFill>
          <a:schemeClr val="phClr"/>
        </a:solidFill>
        <a:gradFill rotWithShape="1">
          <a:gsLst>
            <a:gs pos="0">
              <a:schemeClr val="phClr">
                <a:tint val="35000"/>
                <a:satMod val="253000"/>
              </a:schemeClr>
            </a:gs>
            <a:gs pos="50000">
              <a:schemeClr val="phClr">
                <a:tint val="42000"/>
                <a:satMod val="255000"/>
              </a:schemeClr>
            </a:gs>
            <a:gs pos="97000">
              <a:schemeClr val="phClr">
                <a:tint val="53000"/>
                <a:satMod val="260000"/>
              </a:schemeClr>
            </a:gs>
            <a:gs pos="100000">
              <a:schemeClr val="phClr">
                <a:tint val="56000"/>
                <a:satMod val="275000"/>
              </a:schemeClr>
            </a:gs>
          </a:gsLst>
          <a:path path="circle">
            <a:fillToRect l="50000" t="50000" r="50000" b="50000"/>
          </a:path>
        </a:gradFill>
        <a:gradFill rotWithShape="1">
          <a:gsLst>
            <a:gs pos="0">
              <a:schemeClr val="phClr">
                <a:tint val="92000"/>
                <a:satMod val="170000"/>
              </a:schemeClr>
            </a:gs>
            <a:gs pos="15000">
              <a:schemeClr val="phClr">
                <a:tint val="92000"/>
                <a:shade val="99000"/>
                <a:satMod val="170000"/>
              </a:schemeClr>
            </a:gs>
            <a:gs pos="62000">
              <a:schemeClr val="phClr">
                <a:tint val="96000"/>
                <a:shade val="80000"/>
                <a:satMod val="170000"/>
              </a:schemeClr>
            </a:gs>
            <a:gs pos="97000">
              <a:schemeClr val="phClr">
                <a:tint val="98000"/>
                <a:shade val="63000"/>
                <a:satMod val="170000"/>
              </a:schemeClr>
            </a:gs>
            <a:gs pos="100000">
              <a:schemeClr val="phClr">
                <a:shade val="62000"/>
                <a:satMod val="170000"/>
              </a:schemeClr>
            </a:gs>
          </a:gsLst>
          <a:path path="circle">
            <a:fillToRect l="50000" t="50000" r="50000" b="50000"/>
          </a:path>
        </a:gradFill>
      </a:fillStyleLst>
      <a:lnStyleLst>
        <a:ln w="9525" cap="flat" cmpd="sng" algn="ctr">
          <a:solidFill>
            <a:schemeClr val="phClr"/>
          </a:solidFill>
          <a:prstDash val="solid"/>
        </a:ln>
        <a:ln w="25400" cap="flat" cmpd="sng" algn="ctr">
          <a:solidFill>
            <a:schemeClr val="phClr"/>
          </a:solidFill>
          <a:prstDash val="solid"/>
        </a:ln>
        <a:ln w="25400" cap="flat" cmpd="sng" algn="ctr">
          <a:solidFill>
            <a:schemeClr val="phClr"/>
          </a:solidFill>
          <a:prstDash val="solid"/>
        </a:ln>
      </a:lnStyleLst>
      <a:effectStyleLst>
        <a:effectStyle>
          <a:effectLst>
            <a:outerShdw blurRad="63500" dist="25400" dir="5400000" rotWithShape="0">
              <a:srgbClr val="000000">
                <a:alpha val="43137"/>
              </a:srgbClr>
            </a:outerShdw>
          </a:effectLst>
        </a:effectStyle>
        <a:effectStyle>
          <a:effectLst>
            <a:outerShdw blurRad="63500" dist="25400" dir="5400000" rotWithShape="0">
              <a:srgbClr val="000000">
                <a:alpha val="43137"/>
              </a:srgbClr>
            </a:outerShdw>
          </a:effectLst>
          <a:scene3d>
            <a:camera prst="orthographicFront" fov="0">
              <a:rot lat="0" lon="0" rev="0"/>
            </a:camera>
            <a:lightRig rig="brightRoom" dir="tl">
              <a:rot lat="0" lon="0" rev="8700000"/>
            </a:lightRig>
          </a:scene3d>
          <a:sp3d contourW="12700">
            <a:bevelT w="0" h="0"/>
            <a:contourClr>
              <a:schemeClr val="phClr">
                <a:shade val="80000"/>
              </a:schemeClr>
            </a:contourClr>
          </a:sp3d>
        </a:effectStyle>
        <a:effectStyle>
          <a:effectLst>
            <a:outerShdw blurRad="63500" dist="25400" dir="5400000" rotWithShape="0">
              <a:srgbClr val="000000">
                <a:alpha val="43137"/>
              </a:srgbClr>
            </a:outerShdw>
          </a:effectLst>
          <a:scene3d>
            <a:camera prst="orthographicFront" fov="0">
              <a:rot lat="0" lon="0" rev="0"/>
            </a:camera>
            <a:lightRig rig="brightRoom" dir="tl">
              <a:rot lat="0" lon="0" rev="5400000"/>
            </a:lightRig>
          </a:scene3d>
          <a:sp3d contourW="12700">
            <a:bevelT w="25400" h="50800" prst="angle"/>
            <a:contourClr>
              <a:schemeClr val="phClr"/>
            </a:contourClr>
          </a:sp3d>
        </a:effectStyle>
      </a:effectStyleLst>
      <a:bgFillStyleLst>
        <a:solidFill>
          <a:schemeClr val="phClr"/>
        </a:solidFill>
        <a:gradFill rotWithShape="1">
          <a:gsLst>
            <a:gs pos="0">
              <a:schemeClr val="phClr">
                <a:tint val="60000"/>
                <a:satMod val="355000"/>
              </a:schemeClr>
            </a:gs>
            <a:gs pos="40000">
              <a:schemeClr val="phClr">
                <a:tint val="85000"/>
                <a:satMod val="320000"/>
              </a:schemeClr>
            </a:gs>
            <a:gs pos="100000">
              <a:schemeClr val="phClr">
                <a:shade val="55000"/>
                <a:satMod val="300000"/>
              </a:schemeClr>
            </a:gs>
          </a:gsLst>
          <a:path path="circle">
            <a:fillToRect l="-24500" t="-20000" r="124500" b="120000"/>
          </a:path>
        </a:gradFill>
        <a:blipFill>
          <a:blip xmlns:r="http://schemas.openxmlformats.org/officeDocument/2006/relationships" r:embed="rId1">
            <a:duotone>
              <a:schemeClr val="phClr">
                <a:shade val="9000"/>
                <a:satMod val="300000"/>
              </a:schemeClr>
              <a:schemeClr val="phClr">
                <a:tint val="90000"/>
                <a:satMod val="225000"/>
              </a:schemeClr>
            </a:duotone>
          </a:blip>
          <a:tile tx="0" ty="0" sx="90000" sy="90000" flip="xy" algn="tl"/>
        </a:blipFill>
      </a:bgFillStyleLst>
    </a:fmtScheme>
  </a:themeElements>
  <a:objectDefaults/>
  <a:extraClrSchemeLst/>
</a:theme>
</file>

<file path=ppt/theme/theme2.xml><?xml version="1.0" encoding="utf-8"?>
<a:theme xmlns:a="http://schemas.openxmlformats.org/drawingml/2006/main" name="Thème Offic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Solstice</Template>
  <TotalTime>2596</TotalTime>
  <Words>523</Words>
  <Application>Microsoft Office PowerPoint</Application>
  <PresentationFormat>Affichage à l'écran (4:3)</PresentationFormat>
  <Paragraphs>115</Paragraphs>
  <Slides>18</Slides>
  <Notes>6</Notes>
  <HiddenSlides>0</HiddenSlides>
  <MMClips>0</MMClips>
  <ScaleCrop>false</ScaleCrop>
  <HeadingPairs>
    <vt:vector size="4" baseType="variant">
      <vt:variant>
        <vt:lpstr>Thème</vt:lpstr>
      </vt:variant>
      <vt:variant>
        <vt:i4>1</vt:i4>
      </vt:variant>
      <vt:variant>
        <vt:lpstr>Titres des diapositives</vt:lpstr>
      </vt:variant>
      <vt:variant>
        <vt:i4>18</vt:i4>
      </vt:variant>
    </vt:vector>
  </HeadingPairs>
  <TitlesOfParts>
    <vt:vector size="19" baseType="lpstr">
      <vt:lpstr>Solstice</vt:lpstr>
      <vt:lpstr>Cours  N°5 :  Le Modèle Conceptuel des Communications MCC</vt:lpstr>
      <vt:lpstr>Introduction …Diagrammes de flux (MCC)</vt:lpstr>
      <vt:lpstr>Introduction aux diagrammes de flux ou MCC</vt:lpstr>
      <vt:lpstr>Le Modèle Conceptuel des Communications- MCC</vt:lpstr>
      <vt:lpstr>Le Modèle Conceptuel des Communications- MCC</vt:lpstr>
      <vt:lpstr>Diagramme des flux</vt:lpstr>
      <vt:lpstr>Diagramme des flux</vt:lpstr>
      <vt:lpstr>Diagramme des flux</vt:lpstr>
      <vt:lpstr>MCD vs. MCT </vt:lpstr>
      <vt:lpstr>DD du SC pourrait être:</vt:lpstr>
      <vt:lpstr>Soit le MCD …..</vt:lpstr>
      <vt:lpstr> Exemple1.  Assistance commerciale </vt:lpstr>
      <vt:lpstr> Exemple1.  Assistance commerciale </vt:lpstr>
      <vt:lpstr>Dictionnaire des acteurs :  </vt:lpstr>
      <vt:lpstr>Flux</vt:lpstr>
      <vt:lpstr>MCC</vt:lpstr>
      <vt:lpstr>Exemple 2. "Suivi des clients négligents "  </vt:lpstr>
      <vt:lpstr>FIN</vt:lpstr>
    </vt:vector>
  </TitlesOfParts>
  <Company>ufr-segmi</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Initiation à la conception des systèmes d'informations.  Cours  N°3 :  Modèle Conceptuel de Données</dc:title>
  <dc:creator>Soheib baarir</dc:creator>
  <cp:lastModifiedBy>home</cp:lastModifiedBy>
  <cp:revision>164</cp:revision>
  <dcterms:created xsi:type="dcterms:W3CDTF">2010-01-29T09:48:40Z</dcterms:created>
  <dcterms:modified xsi:type="dcterms:W3CDTF">2017-11-25T15:01:10Z</dcterms:modified>
</cp:coreProperties>
</file>